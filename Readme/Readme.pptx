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76 24575,'-1'13'0,"1"1"0,0 0 0,1 0 0,0 0 0,1-1 0,5 22 0,-6-32 0,0 1 0,1-1 0,0 0 0,-1 1 0,1-1 0,0 0 0,1 0 0,-1 0 0,0 0 0,1-1 0,0 1 0,0-1 0,-1 1 0,1-1 0,1 0 0,-1 0 0,0 0 0,0-1 0,1 1 0,-1-1 0,1 0 0,-1 0 0,1 0 0,0 0 0,6 0 0,-4 0 0,0 0 0,1-1 0,-1 0 0,1 0 0,-1 0 0,0-1 0,1 0 0,-1 0 0,0-1 0,12-3 0,-15 3 0,1 0 0,0-1 0,-1 1 0,1-1 0,-1 0 0,0 0 0,0 0 0,0 0 0,0 0 0,0-1 0,-1 1 0,0-1 0,1 1 0,-1-1 0,-1 0 0,4-8 0,-2 3 0,-1-1 0,0 1 0,0-1 0,-1 0 0,0 1 0,-1-21 0,0 25 0,0 1 0,-1-1 0,0 0 0,0 0 0,0 0 0,0 1 0,-1-1 0,0 1 0,0-1 0,0 1 0,0-1 0,-1 1 0,0 0 0,0 0 0,-6-6 0,5 7 0,0 1 0,1 0 0,-1 0 0,0 0 0,-1 1 0,1-1 0,0 1 0,0 0 0,-1 0 0,1 1 0,0-1 0,-8 1 0,-54 4 0,64-4-114,0 1 1,0-1-1,0 1 0,0-1 0,0 1 1,0 0-1,1-1 0,-1 1 0,0 0 1,0 0-1,-3 3 0,-2 4-6712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38 24575,'-2'0'0,"0"0"0,1 0 0,-1 1 0,0-1 0,1 1 0,-1-1 0,0 1 0,1 0 0,-1 0 0,1-1 0,0 1 0,-1 0 0,1 0 0,0 1 0,-1-1 0,1 0 0,0 0 0,0 1 0,0-1 0,0 0 0,0 1 0,0-1 0,0 1 0,1-1 0,-1 1 0,1 0 0,-1-1 0,1 1 0,-1-1 0,1 1 0,0 0 0,0 2 0,-2 9 0,1 0 0,1 0 0,1 16 0,-1-14 0,0 29 0,2 37 0,-1-79 0,-1 0 0,1 0 0,-1 0 0,1 0 0,0 0 0,0-1 0,0 1 0,0 0 0,0 0 0,0-1 0,0 1 0,0 0 0,1-1 0,-1 0 0,1 1 0,-1-1 0,1 0 0,0 1 0,-1-1 0,1 0 0,0-1 0,0 1 0,0 0 0,0 0 0,0-1 0,0 1 0,0-1 0,0 1 0,0-1 0,0 0 0,3 0 0,8 1 0,0-1 0,-1 0 0,22-4 0,-33 4 0,2-1 0,0 1 0,0-1 0,-1 1 0,1-1 0,0 0 0,-1 0 0,1 0 0,-1-1 0,1 1 0,-1 0 0,1-1 0,-1 0 0,0 0 0,0 1 0,0-1 0,0 0 0,0-1 0,0 1 0,-1 0 0,1-1 0,-1 1 0,3-5 0,-1-3 0,1 0 0,-2 0 0,1-1 0,0-19 0,-1 16 0,0 0 0,-1-1 0,-1 1 0,-1 0 0,-2-19 0,2 28 0,0 1 0,-1-1 0,1 0 0,-1 0 0,0 1 0,-1-1 0,1 1 0,-1-1 0,1 1 0,-1 0 0,-1 0 0,1 0 0,0 0 0,-1 1 0,0 0 0,0-1 0,0 1 0,-6-3 0,4 2 0,-1 1 0,1 0 0,-1 0 0,0 1 0,0-1 0,0 1 0,0 1 0,0-1 0,-13 0 0,17 2 0,0 0 0,0 1 0,0-1 0,0 0 0,0 1 0,0 0 0,0 0 0,0 0 0,0 0 0,0 0 0,0 0 0,1 1 0,-1 0 0,0-1 0,1 1 0,0 0 0,-1 0 0,1 0 0,0 1 0,0-1 0,0 0 0,0 1 0,0-1 0,1 1 0,-2 3 0,-9 17-1365,7-12-5461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3 129 24575,'-1'41'0,"0"-19"0,1 1 0,4 36 0,-3-53 0,1 1 0,0 0 0,0 0 0,0-1 0,1 1 0,0-1 0,0 0 0,0 0 0,1 0 0,0 0 0,0 0 0,9 8 0,-11-11 0,1-1 0,0 0 0,0 1 0,-1-1 0,2 0 0,-1 0 0,0 0 0,0-1 0,0 1 0,1-1 0,-1 0 0,1 0 0,-1 0 0,1 0 0,0-1 0,5 1 0,-6-1 0,0-1 0,0 1 0,1-1 0,-1 0 0,0 0 0,-1 0 0,1 0 0,0 0 0,0-1 0,0 1 0,-1-1 0,1 0 0,-1 0 0,1 0 0,-1 0 0,0 0 0,0-1 0,0 1 0,3-5 0,1-2 0,0-1 0,0 0 0,-1-1 0,-1 1 0,0-1 0,0 0 0,-1 0 0,-1-1 0,3-15 0,-2-11 0,-3-57 0,0 50 0,0 43 0,0 0 0,0-1 0,0 1 0,0 0 0,-1 0 0,1 0 0,0-1 0,-1 1 0,0 0 0,1 0 0,-1 0 0,0 0 0,0 0 0,0 0 0,0 0 0,-1 0 0,1 1 0,0-1 0,-1 0 0,1 1 0,-3-2 0,1 1 0,0 0 0,-1 1 0,0 0 0,1-1 0,-1 1 0,0 1 0,1-1 0,-1 0 0,0 1 0,0 0 0,-6 0 0,7 0-50,0 0-1,0 0 1,0 0-1,1 0 0,-1 0 1,0 1-1,0-1 1,0 1-1,0 0 1,0 0-1,1 0 0,-1 0 1,0 0-1,1 1 1,-1-1-1,1 1 1,-1 0-1,1-1 0,0 1 1,0 0-1,0 0 1,0 1-1,0-1 1,0 0-1,1 1 1,-3 4-1,-1 7-6775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94 24575,'-2'63'0,"4"68"0,-2-128 0,0 1 0,1-1 0,-1 0 0,1 0 0,0 1 0,-1-1 0,1 0 0,1 0 0,-1 0 0,0 0 0,1 0 0,0-1 0,-1 1 0,1 0 0,0-1 0,0 1 0,1-1 0,-1 0 0,0 0 0,1 0 0,4 4 0,-3-5 0,0 0 0,0 0 0,-1 0 0,1 0 0,0 0 0,0-1 0,0 0 0,0 0 0,-1 0 0,1 0 0,0-1 0,0 1 0,0-1 0,0 0 0,-1 0 0,1 0 0,6-4 0,-2 1 0,-1 0 0,0 0 0,0 0 0,-1-1 0,1 0 0,-1-1 0,0 0 0,0 1 0,-1-2 0,0 1 0,0-1 0,0 0 0,3-7 0,-3 4 0,0 0 0,-1 0 0,0-1 0,0 1 0,-1-1 0,-1 0 0,0 1 0,0-1 0,-1-14 0,0 3 0,-1 12 0,1-1 0,-2 1 0,1-1 0,-5-19 0,4 27 0,1 1 0,-1-1 0,0 1 0,0-1 0,-1 1 0,1 0 0,0-1 0,-1 1 0,1 0 0,-1 0 0,0 0 0,0 0 0,0 1 0,0-1 0,0 0 0,0 1 0,0-1 0,0 1 0,-1 0 0,1 0 0,0 0 0,-1 0 0,1 0 0,-6-1 0,-7 0 0,-1 0 0,1 1 0,-1 0 0,0 2 0,1-1 0,-1 2 0,-16 3 0,26-3-52,0 0-1,0 0 1,1 0-1,-1 1 1,0 0-1,1 0 1,0 1-1,0-1 1,0 1-1,0 0 1,0 0-1,1 1 1,-1-1-1,1 1 1,1 0-1,-1 0 1,1 0-1,0 1 1,0-1-1,0 1 0,1 0 1,-1 0-1,2 0 1,-1 0-1,-1 8 1,2 1-6774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57 24575,'-1'0'0,"-1"0"0,1 1 0,0-1 0,0 0 0,0 1 0,0-1 0,1 1 0,-1-1 0,0 1 0,0 0 0,0-1 0,0 1 0,0 0 0,1 0 0,-1 0 0,0-1 0,1 1 0,-1 0 0,1 0 0,-1 0 0,1 0 0,-1 1 0,-10 26 0,9-22 0,-3 10 0,0 1 0,0 0 0,2 0 0,-3 19 0,6-32 0,0-1 0,-1 1 0,1 0 0,0-1 0,0 1 0,1-1 0,-1 1 0,1 0 0,0-1 0,0 1 0,0-1 0,0 0 0,1 1 0,-1-1 0,1 0 0,0 0 0,0 0 0,0 0 0,0 0 0,1 0 0,-1-1 0,1 1 0,0-1 0,-1 0 0,1 0 0,6 4 0,-3-4 0,-1 0 0,1-1 0,0 0 0,0 0 0,0 0 0,0-1 0,0 1 0,-1-1 0,1-1 0,0 1 0,0-1 0,0 0 0,0-1 0,0 1 0,-1-1 0,1 0 0,-1 0 0,1-1 0,-1 0 0,0 0 0,0 0 0,0 0 0,-1-1 0,1 0 0,-1 0 0,1 0 0,-2-1 0,6-5 0,-3-1 0,1 1 0,-2-1 0,0 0 0,0 0 0,-1-1 0,0 0 0,-1 1 0,0-1 0,-1 0 0,0-1 0,-1 1 0,0 0 0,-2-13 0,0 22 0,1 0 0,-1 0 0,0 0 0,0 0 0,-1 1 0,1-1 0,-1 0 0,1 0 0,-1 1 0,0-1 0,0 1 0,0 0 0,0 0 0,-1-1 0,1 1 0,0 1 0,-1-1 0,1 0 0,-1 0 0,0 1 0,0 0 0,0-1 0,1 1 0,-1 0 0,-4 0 0,-6-3 0,0 1 0,-1 0 0,1 1 0,-20-1 0,22 3 70,7-1-166,0 0 1,-1 1-1,1 0 0,0 0 1,0 0-1,-1 1 0,1-1 1,0 1-1,0 0 0,0 0 1,0 0-1,0 1 0,0-1 1,-4 3-1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1 161 24575,'2'1'0,"1"0"0,0 0 0,0 0 0,0 1 0,-1-1 0,1 1 0,-1-1 0,1 1 0,-1 0 0,0 0 0,0 1 0,0-1 0,2 3 0,8 7 0,3 0 0,1-1 0,0 0 0,30 15 0,-37-22 0,0 0 0,0-1 0,0 1 0,1-2 0,0 1 0,-1-2 0,1 1 0,0-1 0,11 0 0,-19-2 0,0 1 0,-1 0 0,1-1 0,0 1 0,-1-1 0,1 1 0,0-1 0,-1 0 0,1 1 0,-1-1 0,1 0 0,-1 0 0,1 0 0,-1 0 0,0-1 0,1 1 0,-1 0 0,0 0 0,0-1 0,0 1 0,0-1 0,0 1 0,0-1 0,-1 1 0,1-1 0,0 0 0,-1 1 0,1-1 0,-1 0 0,0 0 0,1-2 0,0-7 0,0-1 0,-1 1 0,-2-22 0,1 16 0,1-2 0,0 11 0,0 0 0,0-1 0,-1 1 0,0-1 0,-1 1 0,1 0 0,-2 0 0,1 0 0,-1 0 0,-7-13 0,9 18 0,-1 0 0,0 1 0,0-1 0,0 1 0,0-1 0,0 1 0,-1 0 0,1 0 0,-1 0 0,1 0 0,-1 0 0,0 1 0,0-1 0,1 1 0,-1 0 0,0-1 0,0 2 0,-1-1 0,1 0 0,0 0 0,0 1 0,0 0 0,0 0 0,-1 0 0,1 0 0,0 0 0,-6 2 0,3-1 0,0 1 0,1 0 0,0 0 0,-1 0 0,1 1 0,0-1 0,0 1 0,1 1 0,-1-1 0,0 1 0,1-1 0,0 1 0,0 1 0,0-1 0,-3 5 0,-30 54-1365,32-53-5461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3 160 24575,'1'5'0,"1"0"0,0-1 0,0 1 0,0 0 0,1-1 0,0 1 0,3 3 0,-4-5 0,6 9 0,0-1 0,1 0 0,1 0 0,0-1 0,0-1 0,1 1 0,19 11 0,-21-15 0,0-1 0,1 0 0,-1-1 0,1 0 0,0-1 0,0 0 0,1-1 0,-1 0 0,0 0 0,20 0 0,-24-2 0,-1 0 0,1 0 0,0-1 0,-1 1 0,1-1 0,0-1 0,-1 1 0,0-1 0,1 0 0,-1 0 0,7-4 0,-8 3 0,1-1 0,-2 1 0,1-1 0,0 1 0,-1-1 0,1 0 0,-1-1 0,0 1 0,-1-1 0,1 1 0,-1-1 0,3-8 0,0 0 0,0 0 0,-1-1 0,-1 1 0,0-1 0,0 0 0,-2 0 0,0 1 0,0-1 0,-2 0 0,1 0 0,-5-22 0,3 32 0,1 1 0,-1-1 0,0 1 0,0-1 0,0 1 0,-1 0 0,1 0 0,-1 0 0,0 0 0,0 0 0,0 0 0,0 1 0,0-1 0,-1 1 0,1 0 0,-1 0 0,1 0 0,-1 1 0,0-1 0,-5 0 0,-5-2 0,0 0 0,1 1 0,-1 1 0,-23-1 0,-121 4 0,155-1 12,0 1 1,0-1-1,0 1 0,0 0 0,0-1 0,0 1 1,0 1-1,1-1 0,-1 0 0,0 1 0,1-1 1,-1 1-1,1 0 0,0 0 0,-1 0 0,1 0 0,0 0 1,0 0-1,0 0 0,1 1 0,-1-1 0,0 1 1,1 0-1,0-1 0,0 1 0,-1 0 0,1 3 1,-2 6-298,1 0 1,0 0-1,1 0 1,0 0-1,1 16 1,1-13-6542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68 24575,'-14'37'0,"11"-7"0,0 0 0,2 0 0,5 55 0,-3-81 0,-1 0 0,1 0 0,0 0 0,1 0 0,-1 0 0,1-1 0,-1 1 0,1 0 0,0-1 0,1 1 0,-1-1 0,1 0 0,-1 1 0,1-1 0,0 0 0,0-1 0,0 1 0,1-1 0,-1 1 0,0-1 0,1 0 0,0 0 0,-1 0 0,6 1 0,-2-1 0,1 1 0,-1-1 0,1-1 0,0 1 0,-1-1 0,1-1 0,0 1 0,0-1 0,0-1 0,0 1 0,14-5 0,-18 4 0,-1 0 0,0-1 0,0 1 0,0-1 0,0 0 0,-1 0 0,1 0 0,0 0 0,-1-1 0,1 1 0,-1-1 0,0 0 0,0 1 0,0-1 0,0 0 0,-1 0 0,1 0 0,-1 0 0,0-1 0,0 1 0,0 0 0,0 0 0,0-1 0,0-3 0,2-12 0,-1 1 0,-1-1 0,-1-21 0,-1 29 0,2-30 0,0 25 0,0 0 0,-2 0 0,0 0 0,-4-18 0,5 31 0,-1 0 0,0 1 0,0-1 0,0 0 0,0 1 0,-1-1 0,1 1 0,0 0 0,-1-1 0,0 1 0,0 0 0,1 0 0,-1 0 0,-1 0 0,1 0 0,0 1 0,0-1 0,-1 0 0,1 1 0,-1 0 0,1 0 0,-1 0 0,1 0 0,-1 0 0,0 0 0,1 0 0,-1 1 0,0 0 0,0-1 0,0 1 0,-2 0 0,-1 1 0,0-1 0,0 1 0,1 0 0,-1 0 0,0 1 0,1 0 0,0 0 0,-1 0 0,1 1 0,0-1 0,0 1 0,0 0 0,0 1 0,-4 3 0,4-3-195,1 0 0,0 1 0,0-1 0,1 1 0,-1-1 0,-5 11 0,5-5-6631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75 24575,'-1'5'0,"0"1"0,1-1 0,-2 1 0,1-1 0,-3 6 0,-4 21 0,7-18 0,0 0 0,1 0 0,0 0 0,1 0 0,0 0 0,2-1 0,-1 1 0,7 17 0,-8-27 0,1 0 0,-1 0 0,1 0 0,0 0 0,1 0 0,-1 0 0,0-1 0,1 1 0,0-1 0,0 0 0,0 0 0,0 0 0,1 0 0,-1 0 0,1-1 0,-1 1 0,1-1 0,0 0 0,0 0 0,0-1 0,0 1 0,1-1 0,-1 0 0,0 0 0,0 0 0,1 0 0,-1-1 0,1 0 0,7 0 0,-10-1 0,1 1 0,-1 0 0,0-1 0,0 0 0,1 1 0,-1-1 0,0 0 0,0 0 0,0 0 0,0-1 0,0 1 0,0 0 0,0-1 0,-1 1 0,1-1 0,2-3 0,21-34 0,-10 13 0,64-93 0,-73 110 0,-1 0 0,0-1 0,0 1 0,6-21 0,-10 27 0,0 0 0,0 0 0,0 0 0,-1 0 0,1 0 0,-1 0 0,1-1 0,-1 1 0,0 0 0,-1 0 0,1-1 0,0 1 0,-1 0 0,0 0 0,0 0 0,0 0 0,0 0 0,0 0 0,0 0 0,-3-4 0,2 5 0,-1 1 0,1-1 0,0 0 0,-1 1 0,1-1 0,-1 1 0,0 0 0,0 0 0,1 0 0,-1 0 0,0 0 0,0 0 0,0 1 0,0 0 0,-4-1 0,-51 3 0,35 0 0,-5-2 0,17-1 0,0 1 0,-1 1 0,1 0 0,0 0 0,-18 5 0,26-5 0,1 0 0,-1 0 0,0 1 0,1-1 0,-1 1 0,1-1 0,0 1 0,-1 0 0,1 0 0,0 0 0,0 0 0,0 0 0,0 0 0,1 1 0,-1-1 0,0 1 0,1-1 0,0 1 0,0-1 0,0 1 0,0 0 0,0 0 0,0-1 0,1 1 0,-1 0 0,1 5 0,-1 26-1365,1-19-5461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24575,'0'336'0,"1"-316"0,7 39 0,-4-38 0,1 37 0,-5 542 0,0-587 0,2 0 0,5 24 0,-4-23 0,-1 0 0,2 18 0,-3-5 0,-1-6 0,1 0 0,7 41 0,45 150 0,-49-194 0,-1 0 0,1 30 0,3 19 0,0 3 0,-5-47 0,6 33 0,-2-11-1365,-5-30-5461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24575,'2'1'0,"1"0"0,0 0 0,0 0 0,0 1 0,-1-1 0,1 1 0,-1 0 0,1-1 0,-1 1 0,3 4 0,1-2 0,113 107 0,-53-47 0,6 15 0,-55-59 0,0 0 0,2-1 0,39 32 0,4-5 0,75 74 0,-107-93 0,1-2 0,2-1 0,1-1 0,0-2 0,2-1 0,44 17 0,72 40 0,-65-20 0,-26-14 0,-34-27 0,14 10 0,57 46 0,-73-53 0,1-2 0,1 0 0,29 13 0,20 13 0,176 101 0,-215-123 0,-12-6 0,0-2 0,53 20 0,-68-31 0,-2 1 0,1 0 0,0 1 0,0 0 0,-1 1 0,0-1 0,0 1 0,0 1 0,9 8 0,-7-5 0,0-2 0,1 0 0,0 0 0,20 9 0,0 0 0,-5-1 0,0 0 0,-1 2 0,-1 0 0,0 2 0,30 31 0,-46-42 0,1 0 0,0-1 0,10 6 0,21 19 0,94 103 0,-114-113 0,11 11 0,28 13-1365,-51-39-5461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24575,'0'565'0,"-1"-552"0,-1 0 0,-5 24 0,4-23 0,1 0 0,-2 18 0,3 423 0,3-222 0,-2 85 0,1-301 0,1 0 0,1 0 0,0 1 0,8 19 0,3 16 0,8 31 0,2-38-1365,-20-35-5461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24575,'5'0'0,"0"1"0,0 0 0,0 0 0,0 1 0,0 0 0,0-1 0,0 2 0,-1-1 0,1 0 0,4 4 0,4 3 0,0 0 0,11 12 0,3 4 0,2 2 0,0-2 0,43 29 0,-48-38 0,0 2 0,-1 0 0,-1 1 0,20 23 0,0 11 0,-30-36 0,1-1 0,0-1 0,25 23 0,114 101 0,-150-136 0,26 28 0,2-1 0,1-1 0,1-1 0,40 26 0,-21-21 0,78 70 0,-106-85 0,37 22 0,9 7 0,-55-37 0,1 0 0,27 12 0,13 8 0,-18-5 0,148 102 0,-154-95 0,-26-26 0,0 0 0,0-1 0,0 0 0,1 0 0,8 6 0,21 10 0,-22-14 0,0 1 0,0 0 0,-1 1 0,20 18 0,10 8 0,-34-30 0,-1 1 0,1 0 0,-1 0 0,0 1 0,-1 0 0,11 14 0,-8-7 0,1 0 0,1 0 0,0-1 0,1 0 0,0-1 0,15 11 0,66 61 0,-75-67 0,-1 0 0,0 1 0,-2 1 0,20 32 0,-26-39 0,1-1 0,-1 0 0,2-1 0,0 0 0,22 15 0,-15-11 0,21 20 0,9 7 0,-38-34 0,0 1 0,0 0 0,-1 1 0,0 0 0,14 19 0,-17-19 0,1-2 0,0 1 0,1-1 0,-1 0 0,1 0 0,1-1 0,-1-1 0,1 1 0,0-1 0,12 5 0,-21-10-57,1 0 0,0 0 1,-1 1-1,1-1 0,0 0 0,-1 0 0,1 0 0,0 0 0,-1 0 0,1 0 0,0 0 1,-1 0-1,1 0 0,0 0 0,-1 0 0,1 0 0,0 0 0,-1 0 0,1-1 1,0 1-1,-1 0 0,1-1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4727 2 24575,'-37'-1'0,"16"0"0,-1 1 0,-26 4 0,41-3 0,0 1 0,0 0 0,0 0 0,0 0 0,0 1 0,0 0 0,1 0 0,-1 1 0,1 0 0,-9 6 0,-45 42 0,-76 83 0,-12 17 0,102-106 0,17-19 0,-2-2 0,-43 28 0,-1 1 0,48-35 0,-1-2 0,-48 23 0,21-12 0,22-10 0,-150 75 0,87-47 0,-30 14 0,-170 65 0,283-120 0,-61 28 0,-92 56 0,106-58 0,48-26 0,0 1 0,0 0 0,0 1 0,1 0 0,-12 10 0,-8 9 0,-2-1 0,-1-2 0,-1-1 0,-51 24 0,-19 0 0,90-40 0,0-1 0,-1-1 0,0-1 0,0 0 0,-16 0 0,-2 2 0,0 0 0,1 3 0,0 0 0,-45 19 0,-259 85 0,205-77 0,-35 12 0,77-21 0,63-19 0,0 0 0,-40 19 0,-42 18 0,96-39 0,0-1 0,0-1 0,-1 0 0,-19 1 0,16-2 0,0 1 0,-20 6 0,-119 39 0,146-45 0,1 1 0,-1 0 0,1 0 0,0 1 0,0 0 0,0 0 0,-15 14 0,10-9 0,-10 6 0,-1-1 0,-41 17 0,38-19 0,1 1 0,-28 19 0,-72 47 0,87-57 0,10-5 0,-42 28 0,15-3 0,35-30-1365,11-10-5461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1 24575,'-1'0'0,"0"0"0,0 1 0,0-1 0,1 0 0,-1 1 0,0-1 0,1 1 0,-1-1 0,0 1 0,1-1 0,-1 1 0,0-1 0,1 1 0,-1 0 0,1-1 0,-1 1 0,1 0 0,0 0 0,-1-1 0,1 1 0,0 0 0,-1 0 0,1 0 0,0-1 0,0 1 0,0 0 0,-1 1 0,-2 27 0,3-25 0,0 1 0,-2 18 0,-8 46 0,6-38 0,0 1 0,2-1 0,4 60 0,0-21 0,-2 523 0,1-570 0,7 39 0,-4-38 0,1 37 0,-5-32 0,0 3 0,1 0 0,8 50 0,-3-40 0,-2 0 0,-2 0 0,-5 50 0,2-10 0,2 9 0,-3 100 0,-7-143 0,6-36 0,1 1 0,-2 20 0,4-16-1365,0-2-5461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767 1 24575,'-3'3'0,"0"1"0,1 0 0,0 0 0,0 0 0,0 0 0,1 0 0,-1 0 0,0 6 0,-11 24 0,-11 5 0,0-1 0,-3-2 0,-1-1 0,-1-1 0,-37 32 0,44-45 0,1 1 0,-30 42 0,21-26 0,-40 36 0,17-21 0,-73 90 0,-28 29-1365,145-161-5461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24575,'5'0'0,"0"0"0,0 1 0,0 0 0,0 0 0,0 0 0,0 1 0,-1-1 0,1 1 0,0 0 0,-1 1 0,1-1 0,-1 1 0,0 0 0,0 0 0,0 0 0,0 1 0,5 5 0,4 7 0,-1 0 0,0 1 0,10 22 0,-12-22 0,0 0 0,20 24 0,73 90 0,-96-122 0,29 34 0,2-2 0,58 50 0,-79-76 0,-1 1 0,-1 1 0,0 1 0,18 29 0,-16-23 0,35 40 0,-36-50-154,1 0 0,0-2 0,31 19 0,-36-24-595,-1-1-6077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1 104 24575,'1'19'0,"1"1"0,1-1 0,0 0 0,2 0 0,0 0 0,1 0 0,1-1 0,14 26 0,-5-19 0,28 35 0,-8-12 0,-33-43 0,1-1 0,1 1 0,-1-1 0,0 0 0,1 0 0,0 0 0,0-1 0,0 0 0,1 0 0,-1 0 0,1-1 0,-1 1 0,1-1 0,0-1 0,0 1 0,6 0 0,11 1 0,0-1 0,43-1 0,-48-2 0,-13 1 0,-1 0 0,1 0 0,-1-1 0,0 0 0,1 0 0,-1 0 0,0 0 0,0-1 0,0 1 0,0-1 0,0 0 0,0 0 0,-1-1 0,7-4 0,-6 3 0,0-1 0,0 1 0,-1 0 0,1-1 0,-1 0 0,-1 0 0,1 0 0,-1 0 0,1 0 0,2-11 0,4-15 0,-1 1 0,-1-1 0,-2 0 0,2-60 0,-7 79 0,0 0 0,-1 0 0,0 0 0,-1 1 0,-1-1 0,-4-14 0,4 20 0,1 0 0,-1 1 0,0 0 0,-1-1 0,1 1 0,-1 0 0,0 1 0,0-1 0,-1 1 0,1 0 0,-1 0 0,0 0 0,0 0 0,-5-2 0,6 3 0,-1 1 0,1-1 0,0 1 0,-1 0 0,1 0 0,-1 1 0,0-1 0,1 1 0,-1 0 0,0 0 0,0 1 0,0-1 0,0 1 0,1 0 0,-1 1 0,0-1 0,0 1 0,0 0 0,0 0 0,1 0 0,-1 1 0,1 0 0,-1 0 0,1 0 0,-1 0 0,1 1 0,0-1 0,0 1 0,0 0 0,1 0 0,-6 6 0,-21 19 0,15-14 0,0 0 0,-21 28 0,30-32-1365,2 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300 1 24575,'-1'6'0,"0"1"0,0 0 0,0-1 0,0 1 0,-1-1 0,0 0 0,-4 8 0,-25 45 0,11-22 0,-4 24 0,17-41 0,-14 27 0,-14 23 0,14-26 0,-42 65 0,59-104 0,1 1 0,-1 0 0,0 0 0,0-1 0,-1 0 0,1 0 0,-1 0 0,0 0 0,-1-1 0,-7 5 0,7-9-1365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8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24575,'2'0'0,"1"1"0,-1-1 0,1 1 0,-1 0 0,0 0 0,1 0 0,-1 0 0,0 0 0,1 1 0,-1-1 0,0 1 0,0 0 0,0-1 0,0 1 0,-1 0 0,1 0 0,0 0 0,-1 0 0,0 0 0,2 3 0,5 9 0,0 0 0,5 16 0,-9-20 0,7 12 0,23 34 0,-22-37 0,-1 0 0,13 30 0,-18-37 0,0 1 0,0-1 0,1 0 0,1 0 0,0-1 0,1 0 0,19 19 0,15 21 0,-7-7 0,-11-13 0,-18-22 0,0 0 0,0-1 0,10 9 0,-6-7 49,-4-4-190,0 1-1,1-1 1,-1 0-1,1-1 1,0 0 0,1 0-1,-1-1 1,1 0-1,17 6 1,-14-8-6685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1 24575,'-1'0'0,"0"0"0,0 1 0,0-1 0,0 1 0,1 0 0,-1-1 0,0 1 0,0 0 0,1-1 0,-1 1 0,0 0 0,1 0 0,-1-1 0,1 1 0,-1 0 0,1 0 0,-1 0 0,1 0 0,0 0 0,-1 0 0,1 0 0,-9 27 0,8-21 0,-32 129 0,25-92 0,-2-1 0,-3 0 0,-18 45 0,15-49 0,-13 55 0,10-32 0,8-15-1365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24575,'7'0'0,"0"0"0,0 1 0,0 0 0,1 0 0,-1 0 0,0 1 0,0 1 0,-1-1 0,1 1 0,0 0 0,-1 0 0,0 1 0,0 0 0,0 0 0,0 0 0,0 1 0,-1 0 0,0 0 0,0 0 0,5 8 0,205 218 0,-71-79 0,-54-68 0,-49-51 0,1-3 0,83 47 0,-77-50 0,-32-17 0,0-1 0,0-1 0,1-1 0,0 0 0,28 6 0,79 7 0,-42-4-1365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1 24575,'-1'0'0,"0"0"0,0 1 0,1-1 0,-1 0 0,0 1 0,0-1 0,1 1 0,-1-1 0,0 1 0,1-1 0,-1 1 0,1 0 0,-1-1 0,1 1 0,-1 0 0,1-1 0,-1 1 0,1 0 0,0-1 0,-1 1 0,1 0 0,0 0 0,0 0 0,-1-1 0,1 1 0,0 0 0,0 1 0,-3 28 0,3-27 0,-2 42 0,2-18 0,-2 1 0,-1-1 0,-8 34 0,-21 96 0,17-76 0,5-29-1365,6-37-5461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24575,'3'0'0,"4"0"0,0 3 0,3 0 0,-1 4 0,2 3 0,-2 3 0,1-1 0,-1 1 0,0-2 0,0 0 0,0-1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1 24575,'-62'56'0,"53"-48"0,1 0 0,1 1 0,-13 17 0,-12 13 0,-8 9 0,37-45 0,1 0 0,0 1 0,0-1 0,0 1 0,1 0 0,-1 0 0,1-1 0,0 1 0,0 0 0,0 0 0,0 0 0,1 5 0,0 53 0,2-36 0,-2-23 0,0 0 0,0 0 0,0-1 0,1 1 0,-1 0 0,1-1 0,0 1 0,0 0 0,0-1 0,0 1 0,0-1 0,1 1 0,-1-1 0,1 0 0,-1 1 0,1-1 0,4 3 0,-3-2 0,0-1 0,1 1 0,0-1 0,0 0 0,0-1 0,-1 1 0,1-1 0,1 0 0,-1 1 0,0-2 0,6 2 0,2 0 0,0-1 0,1 0 0,-1-1 0,0 0 0,1-1 0,-1 0 0,0-1 0,0 0 0,0-1 0,0 0 0,0-1 0,-1-1 0,1 1 0,-1-2 0,13-8 0,-20 11 0,-1-1 0,0 1 0,0-1 0,0 1 0,0-1 0,-1 0 0,1 0 0,-1 0 0,0-1 0,0 1 0,-1 0 0,1-1 0,0-5 0,0 3 0,-1 1 0,0-1 0,0 0 0,0 0 0,-1-1 0,0 1 0,-1 0 0,-1-8 0,2 11 0,-1-1 0,-1 1 0,1-1 0,-1 1 0,0 0 0,0 0 0,0-1 0,0 1 0,-1 1 0,1-1 0,-6-5 0,5 6 0,0 1 0,0 0 0,0 0 0,0 0 0,0 1 0,-1-1 0,1 1 0,-1 0 0,1 0 0,-1 0 0,1 0 0,-1 0 0,0 1 0,-7 0 0,2-1 49,0 2 0,0-1 0,0 1-1,1 1 1,-1 0 0,-15 5 0,20-6-156,0 1 0,0-1 1,0 1-1,0 1 0,0-1 1,1 0-1,-1 1 0,1 0 1,-1 0-1,1 0 0,0 0 1,0 0-1,1 0 0,-1 1 1,-4 7-1,3 0-6719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24575,'31'-1'0,"80"5"0,-99-2 0,1 0 0,-1 1 0,1 0 0,-1 1 0,0 0 0,20 10 0,-25-10 0,0-1 0,1-1 0,11 4 0,-13-5 0,-1 1 0,1-1 0,0 1 0,-1 1 0,9 4 0,-12-6 0,0 0 0,-1 1 0,1 0 0,0-1 0,-1 1 0,1 0 0,-1 0 0,0-1 0,1 1 0,-1 0 0,0 0 0,0 1 0,-1-1 0,1 0 0,0 0 0,-1 0 0,1 0 0,0 5 0,-1-4 0,0 1 0,0-1 0,0 1 0,0-1 0,-1 1 0,1-1 0,-1 1 0,0-1 0,0 1 0,0-1 0,0 0 0,-1 0 0,-3 6 0,-1 0 0,-1 0 0,-15 16 0,14-17 0,0 0 0,1 1 0,-8 12 0,-9 20 0,-34 46 0,37-60-1365,11-17-5461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74 24575,'0'-2'0,"0"0"0,1 0 0,-1 1 0,1-1 0,-1 0 0,1 1 0,0-1 0,0 0 0,0 1 0,0-1 0,0 1 0,0 0 0,0-1 0,0 1 0,1 0 0,1-2 0,26-18 0,-24 17 0,0 1 0,-1 1 0,1-1 0,-1 1 0,1 0 0,0 0 0,-1 1 0,1-1 0,0 1 0,0 0 0,0 0 0,1 1 0,-1-1 0,0 1 0,0 0 0,0 1 0,0-1 0,0 1 0,0 0 0,0 0 0,0 1 0,0 0 0,0-1 0,-1 2 0,1-1 0,-1 0 0,1 1 0,-1 0 0,0 0 0,0 0 0,0 1 0,0-1 0,-1 1 0,0 0 0,1 0 0,2 6 0,-2-5 0,0 1 0,-1 0 0,0 0 0,0 0 0,0 0 0,-1 1 0,0-1 0,1 10 0,-2-14 0,-1 0 0,0 1 0,0-1 0,0 0 0,0 0 0,-1 1 0,1-1 0,-1 0 0,1 0 0,-1 0 0,0 0 0,0 1 0,0-1 0,0 0 0,0-1 0,0 1 0,-1 0 0,1 0 0,0 0 0,-1-1 0,0 1 0,1-1 0,-1 1 0,0-1 0,0 0 0,0 1 0,1-1 0,-4 1 0,-4 2 0,-1-1 0,0 1 0,1-2 0,-1 1 0,0-1 0,0-1 0,0 0 0,-12 0 0,-4 0 0,12 2 0,0 0 0,1 1 0,-1 1 0,1 0 0,0 0 0,0 1 0,0 1 0,-14 10 0,1-2 0,22-12 0,0-1 0,0 1 0,0 0 0,0 0 0,0 0 0,0 1 0,1-1 0,-6 8 0,8-9 0,0-1 0,1 0 0,-1 0 0,1 0 0,-1 1 0,1-1 0,-1 0 0,1 1 0,0-1 0,0 0 0,0 1 0,-1-1 0,1 0 0,0 1 0,1-1 0,-1 0 0,0 1 0,0-1 0,1 0 0,-1 1 0,0-1 0,1 0 0,-1 0 0,1 1 0,0-1 0,-1 0 0,1 0 0,0 0 0,0 0 0,0 0 0,0 0 0,0 0 0,0 0 0,0 0 0,0 0 0,2 0 0,4 5 0,1-1 0,0-1 0,1 0 0,-1 0 0,1 0 0,0-1 0,0-1 0,0 1 0,17 1 0,6-1 0,48-2 0,-69-1 0,-1 0 0,1 0 0,-1-1 0,0-1 0,0 0 0,0 0 0,0 0 0,13-6 0,-21 7 0,0 0 0,0 0 0,-1-1 0,1 1 0,0 0 0,0-1 0,-1 1 0,1-1 0,0 1 0,-1-1 0,0 0 0,1 1 0,-1-1 0,0 0 0,0 0 0,1-3 0,-1 3 0,-1-1 0,1 0 0,-1 1 0,0-1 0,0 1 0,0-1 0,-1 1 0,1-1 0,-1 1 0,1-1 0,-1 1 0,0-1 0,0 1 0,0 0 0,0-1 0,0 1 0,-3-4 0,0-1 0,-1 1 0,0-1 0,-1 1 0,1 0 0,-1 1 0,-1-1 0,1 1 0,-7-4 0,-62-32 0,31 18 0,35 18 0,1-1 0,-1 0 0,1-1 0,1 1 0,-13-14 0,3 4-1365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460 109 24575,'-6'-1'0,"0"1"0,0-1 0,0 0 0,1 0 0,-1 0 0,1-1 0,-1 0 0,1 0 0,-6-4 0,-44-29 0,47 28 0,-1 0 0,0 1 0,0 1 0,0-1 0,-1 1 0,0 1 0,0 0 0,-15-4 0,13 6 0,0 1 0,0 0 0,1 0 0,-1 2 0,0-1 0,0 1 0,1 1 0,-22 6 0,27-6 0,-1 0 0,1 0 0,1 1 0,-1 0 0,0 0 0,1 0 0,-1 1 0,1 0 0,0 0 0,0 0 0,1 1 0,-1 0 0,1 0 0,0 0 0,1 0 0,-1 0 0,-4 10 0,7-12 0,-3 5 0,0 0 0,1 0 0,0 1 0,1-1 0,-2 12 0,3-19 0,1 1 0,0-1 0,0 1 0,0 0 0,0-1 0,0 1 0,0-1 0,1 1 0,-1-1 0,0 1 0,1-1 0,-1 1 0,1-1 0,0 1 0,-1-1 0,1 0 0,0 1 0,0-1 0,0 0 0,0 0 0,0 0 0,0 1 0,0-1 0,1 0 0,-1 0 0,0-1 0,0 1 0,1 0 0,-1 0 0,1-1 0,-1 1 0,1-1 0,-1 1 0,1-1 0,-1 1 0,4-1 0,12 2 0,1 0 0,0-2 0,28-2 0,-2 0 0,-33 1 0,1 0 0,-1-1 0,0-1 0,0 1 0,0-2 0,0 1 0,-1-2 0,1 1 0,-1-1 0,0-1 0,0 0 0,-1 0 0,15-14 0,-20 17 0,0 0 0,0 0 0,0 1 0,0 0 0,1-1 0,-1 1 0,1 1 0,-1-1 0,1 1 0,8-2 0,-12 4 0,0-1 0,-1 0 0,1 1 0,0-1 0,0 1 0,-1-1 0,1 1 0,0-1 0,-1 1 0,1 0 0,0-1 0,-1 1 0,1 0 0,-1-1 0,1 1 0,-1 0 0,0 0 0,1 0 0,-1-1 0,0 1 0,1 0 0,-1 0 0,0 0 0,0 0 0,0 0 0,0-1 0,0 1 0,0 0 0,0 0 0,0 1 0,-1 29 0,-3-2 0,-2 0 0,-14 40 0,-4 20 0,8-24 0,-4 28 0,2-4 0,12-67 225,4-20-313,1 1 0,0-1-1,0 1 1,0 0 0,1-1-1,-1 1 1,1 0-1,-1-1 1,1 1 0,0 0-1,0 0 1,0 0 0,0-1-1,1 1 1,-1 0 0,1 0-1,1 3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24575,'0'689'0,"1"-669"0,7 39 0,-4-38 0,1 37 0,-5 436 0,0-481 0,2 0 0,5 25 0,-4-24 0,-1 0 0,2 18 0,-3 4 0,-1-5 0,9 61 0,-5-64 266,6 24-1897,-6-40-5195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24575,'10'-1'0,"0"2"0,0-1 0,1 2 0,-1-1 0,0 1 0,16 6 0,-19-5 0,-1 0 0,0 0 0,0 1 0,0-1 0,-1 1 0,0 1 0,1-1 0,-1 1 0,-1 0 0,9 10 0,17 22 0,52 47 0,-75-77 0,22 23 0,-20-20 0,1 0 0,0 0 0,1-1 0,12 9 0,-15-13 0,-1 0 0,0 1 0,0 0 0,0 0 0,0 0 0,7 12 0,5 1 0,0 0 0,1-2 0,1 0 0,0-1 0,46 26 0,13 9 0,-64-41 0,0-1 0,0-1 0,29 11 0,14 6 0,89 53 0,-51-28 0,15 9 0,-20-8 0,-54-31 0,56 39 0,21 38 0,-95-80 0,1-1 0,1 0 0,29 15 0,24 5 0,-47-19 0,-1 1 0,41 36 0,-63-49 0,34 29 0,43 48 0,-73-73 0,-1-1 0,18 12 0,-17-12 0,1-1 0,14 17 0,4 5 0,60 50 0,-48-54 0,-30-20 0,-1 1 0,0 0 0,10 9 0,-9-7 43,1 0 0,-1-1 0,1 0 0,1 0 0,18 8-1,66 18-115,-6-2-1476,-80-26-5277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24575,'0'18'0,"2"0"0,4 19 0,-2-18 0,1 30 0,-4 371 0,-2-204 0,2-196 0,7 39 0,-4-38 0,1 37 0,-6 13 0,2 52 0,8-76 0,-6-34 0,-1 0 0,2 20 0,-3 29 0,-2-28 0,2 1 0,8 46 0,-2-13 0,-5-46 0,7 36 0,1 1-1365,-6-48-5461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24575,'6'0'0,"-1"0"0,1 0 0,0 1 0,0 0 0,0 0 0,0 0 0,0 1 0,-1 0 0,1 0 0,-1 0 0,1 1 0,-1 0 0,0 0 0,0 0 0,0 1 0,-1-1 0,1 1 0,6 8 0,32 32 0,-22-22 0,34 41 0,56 76 0,-101-124 0,-7-11 0,-1 0 0,1 0 0,0 0 0,1 0 0,-1-1 0,1 1 0,-1-1 0,1 0 0,0 0 0,5 2 0,23 14 0,-1 1 0,-2 2 0,0 1 0,41 41 0,-28-24 0,71 47 0,-82-66 0,-1 1 0,-2 2 0,31 31 0,-43-38 0,36 26 0,6 7 0,-54-46 0,1 0 0,0-1 0,0 0 0,0 0 0,0 0 0,10 4 0,19 10 0,79 69 0,-26-17 0,-81-64 0,32 22 0,63 60 0,10 10 0,-52-36 0,-15-24 0,57 44 0,45 31 0,-127-98 0,24 23 0,-30-24 0,1-1 0,0-1 0,28 17 0,15-4 0,-41-18 0,-1 0 0,21 12 0,44 39 0,-54-36 0,32 18 0,-37-26 230,-17-9-458,1 0 0,0-1 0,1 0 0,-1 0 1,1-1-1,10 4 0,-6-4-6598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4747 1 24575,'-4'0'0,"1"1"0,0 0 0,0 0 0,0 1 0,0-1 0,0 1 0,1-1 0,-6 5 0,-6 2 0,-135 72 0,58-29 0,47-24 0,-6-6 0,13-7 0,-6 5 0,-31 15 0,64-28 0,-59 32 0,2 3 0,-62 51 0,102-73 0,0-1 0,-1-2 0,-1 0 0,-42 15 0,-34 18 0,-89 38 0,125-60 0,2-6 0,50-17 0,-1 1 0,-22 10 0,-275 145 0,117-79 0,182-77 0,0 0 0,-25 3 0,22-5 0,-29 9 0,-93 28 0,38-11 0,71-21 0,1 1 0,-31 13 0,0 2 0,-78 17 0,123-36 0,-135 44 0,61-22 0,54-17 0,-51 21 0,-26 11 0,94-33 0,0-1 0,-28 6 0,29-9 0,1 1 0,-1 1 0,-25 12 0,-88 38 0,34-2 0,84-47 0,0 0 0,-18 6 0,21-9 0,-1 1 0,1-1 0,0 2 0,1 0 0,-13 8 0,-31 24 0,38-29 0,0 2 0,-22 19 0,26-20 0,-2-1 0,1 0 0,-1 0 0,-1-1 0,-27 10 0,-20 11 0,32-14 0,-2-1 0,-35 11 0,-15 6 0,-30 24 0,101-49 0,-212 116 0,194-108-682,-44 15-1,62-25-6143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24575,'0'336'0,"1"-319"0,0 0 0,6 22 0,-4-21 0,3 32 0,3 17 0,-6-48 0,2 35 0,-3-28 0,5 34 0,-3-35 0,1 41 0,-4-51 0,1 1 0,5 24 0,0-4 0,0 4 0,-3-19 0,3 41 0,-6-47 0,1 1 0,5 19 0,1 5 0,-3-9 0,0 2 0,2 61 0,-7 82-1365,0-161-5461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24575,'0'441'0,"0"-439"38,3 15-1441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60 24575,'-2'74'0,"4"83"0,-2-154 0,1 0 0,0 1 0,-1-1 0,1 0 0,0 0 0,1 1 0,-1-1 0,1 0 0,-1 0 0,1 0 0,0-1 0,0 1 0,0 0 0,0-1 0,1 1 0,-1-1 0,1 0 0,-1 1 0,1-1 0,0-1 0,0 1 0,0 0 0,0-1 0,0 1 0,6 1 0,-4-2 0,1 1 0,-1-1 0,1 0 0,-1 0 0,1-1 0,0 0 0,-1 0 0,1 0 0,0 0 0,-1-1 0,1 0 0,-1 0 0,1-1 0,-1 0 0,6-2 0,-8 2 0,-1 0 0,1 0 0,0 0 0,-1 0 0,0-1 0,1 1 0,-1-1 0,0 0 0,0 1 0,-1-1 0,1 0 0,-1 0 0,1 0 0,-1 0 0,0-1 0,0 1 0,1-4 0,1-6 0,-1 0 0,0 1 0,-1-16 0,0 15 0,-3-168 0,2 179 0,0 0 0,-1 1 0,1-1 0,0 0 0,-1 1 0,0-1 0,1 0 0,-1 1 0,0-1 0,0 1 0,1-1 0,-1 1 0,0-1 0,-1 1 0,1 0 0,0 0 0,0-1 0,-1 1 0,1 0 0,0 0 0,-1 0 0,-1 0 0,0-1 0,0 1 0,-1 0 0,1 0 0,-1 0 0,1 0 0,-1 1 0,0-1 0,1 1 0,-1 0 0,-5 0 0,4 1 0,0-1 0,0 1 0,-1 0 0,1 0 0,0 1 0,0-1 0,0 1 0,0 0 0,1 1 0,-1-1 0,1 1 0,-1 0 0,1 0 0,0 0 0,-5 5 0,3 0-136,0-1-1,1 1 1,0 1-1,1-1 1,-1 1-1,2-1 1,-1 1-1,1 0 0,-2 11 1,4-7-6690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24575,'0'20'0,"0"0"0,2 0 0,6 32 0,-3-29 0,1 39 0,1 6 0,-4-50-1365,-1-3-5461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24575,'0'372'0,"0"-364"-195,1 1 0,0-1 0,0 1 0,1-1 0,0 0 0,4 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 24575,'0'442'0,"0"-438"38,0-2-146,0 1 0,0-1 0,0 1 0,0 0 0,-1-1 1,1 1-1,-1-1 0,1 1 0,-1-1 0,0 1 0,0-1 0,-1 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1 24575,'-1'7'0,"0"1"0,0-1 0,-1 1 0,1-1 0,-2 1 0,1-1 0,-1 0 0,0 0 0,-1 0 0,-7 11 0,-5 6 0,-30 31 0,38-45 0,-16 11 0,-9 8 0,32-28 0,0 1 0,0-1 0,0 0 0,0 1 0,0-1 0,0 1 0,0-1 0,0 1 0,1-1 0,-1 1 0,0 0 0,1-1 0,0 1 0,-1 0 0,1 0 0,0-1 0,0 1 0,0 0 0,0 2 0,1-3 0,-1 0 0,1 1 0,0-1 0,-1 0 0,1 0 0,0 0 0,0 0 0,0 0 0,0 0 0,0 0 0,0 0 0,0 0 0,0 0 0,0-1 0,0 1 0,1 0 0,-1-1 0,0 1 0,0-1 0,1 0 0,-1 1 0,0-1 0,1 0 0,-1 0 0,2 1 0,40 0 0,-35-1 0,1 0 0,18 0 0,0-1 0,-1-1 0,37-8 0,53-9 0,-89 15-455,1 2 0,41 1 0,-54 1-6371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 24575,'-3'39'0,"-2"-1"0,-1 1 0,-2-1 0,-18 56 0,6-24 0,18-63 0,-3 11 0,0-1 0,2 1 0,0 0 0,0 27 0,3-44 5,-2 26 330,1-26-406,1 0 0,0 0 0,0 0 0,-1-1 0,1 1 0,0 0 0,-1 0 0,1 0 0,-1 0 0,1 0 0,-1 0 0,1-1 0,-1 1-1,0 0 1,1 0 0,-1-1 0,0 1 0,0-1 0,0 1 0,1 0 0,-1-1 0,0 0 0,-1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24575,'7'28'0,"0"-6"0,-4 8 0,-2 0 0,-2 41 0,2 30 0,7-53 0,-5-34 0,0-1 0,0 18 0,-3-14-1365,0-2-5461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1 142 24575,'0'-5'0,"0"0"0,1 1 0,0-1 0,0 0 0,0 1 0,1-1 0,0 1 0,-1-1 0,2 1 0,-1 0 0,0 0 0,1 0 0,0 0 0,0 0 0,0 1 0,0-1 0,0 1 0,1 0 0,0 0 0,0 0 0,5-3 0,4-2 0,1 1 0,0 0 0,0 1 0,1 1 0,19-6 0,-27 9 0,1 1 0,-1-1 0,0 1 0,1 1 0,-1-1 0,1 1 0,-1 0 0,1 1 0,-1 0 0,1 0 0,-1 1 0,15 4 0,-17-3 0,1 0 0,-1 0 0,1 0 0,-1 1 0,0-1 0,0 1 0,0 1 0,-1-1 0,1 1 0,-1-1 0,0 1 0,-1 0 0,1 1 0,-1-1 0,5 10 0,-4-7 0,-1 0 0,1 0 0,-1 1 0,-1-1 0,1 0 0,-2 1 0,1 0 0,-1-1 0,0 1 0,-1 0 0,0 0 0,0-1 0,-1 1 0,0 0 0,-1-1 0,0 1 0,0-1 0,-1 1 0,0-1 0,0 0 0,-1 0 0,-5 8 0,-3 4 0,5-7 0,0 0 0,-1-1 0,-1 0 0,0-1 0,-1 1 0,-19 17 0,25-27 0,0 0 0,0 0 0,0 0 0,0-1 0,0 1 0,0-1 0,-1 0 0,1 0 0,0 0 0,-8 0 0,-49-3 0,30 0 0,27 2 0,0 0 0,-1-1 0,1 0 0,-1 0 0,1 0 0,0-1 0,0 1 0,-7-4 0,9 4 0,1 0 0,-1 1 0,1-1 0,0 0 0,0 0 0,0 0 0,-1 0 0,1 0 0,0 0 0,0 0 0,0 0 0,1-1 0,-1 1 0,0 0 0,0-1 0,1 1 0,-1 0 0,1-1 0,-1 1 0,1-1 0,-1 1 0,1-1 0,0 1 0,0-1 0,0 1 0,0-1 0,0 1 0,0-1 0,0-1 0,1 1 0,0 1 0,-1 0 0,1 0 0,0-1 0,0 1 0,0 0 0,0 0 0,0 0 0,0 0 0,0 0 0,0 0 0,0 0 0,0 0 0,0 1 0,1-1 0,-1 0 0,0 1 0,1-1 0,-1 1 0,0-1 0,1 1 0,-1 0 0,1-1 0,2 1 0,39-2 0,-35 2 0,11 1 0,-10-2 0,1 1 0,0 0 0,0 0 0,0 1 0,0 1 0,-1 0 0,1 0 0,-1 1 0,1 0 0,16 8 0,-6 0 0,1-2 0,32 11 0,-11-4 0,-34-14-227,0 1-1,0-1 1,0-1-1,0 1 1,12-1-1,-5 0-6598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1357 24575,'0'-15'0,"2"0"0,4-22 0,3-20 0,0-14 0,-5 45 0,1-37 0,-5-273 0,1 316 0,0 0 0,6-19 0,-3 18 0,1-37 0,-5 4 0,-1 17 0,2 1 0,9-66 0,-1 31 0,-8 48 0,7-31 0,-4 28-9,-1 1-1,-2-1 0,-1-40 1,-1 22-1318,1 29-5499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24575,'0'336'-1365,"0"-321"-5461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18 24575,'14'-1'0,"1"-1"0,21-4 0,-24 3 0,1 1 0,-1 0 0,20 1 0,-28 1 0,1 0 0,-1 1 0,0 0 0,0 0 0,1 0 0,-1 0 0,0 1 0,0-1 0,0 1 0,0 0 0,-1 0 0,1 1 0,0-1 0,3 5 0,-2-3 0,-1 0 0,0 0 0,0 1 0,0-1 0,-1 1 0,1 0 0,-1 0 0,0 1 0,-1-1 0,1 1 0,2 7 0,-5-10 0,1-1 0,-1 1 0,0 0 0,1-1 0,-1 1 0,0-1 0,-1 1 0,1 0 0,0-1 0,-1 1 0,1-1 0,-1 1 0,0-1 0,0 1 0,0-1 0,0 0 0,0 1 0,-1-1 0,1 0 0,-1 0 0,1 0 0,-1 0 0,0 0 0,0 0 0,0 0 0,0-1 0,-4 3 0,-34 18 0,31-18 0,0 0 0,0 1 0,-15 11 0,24-15 0,-1 0 0,0-1 0,0 1 0,1-1 0,-1 1 0,1 0 0,-1 0 0,1-1 0,-1 1 0,1 0 0,-1 0 0,1 0 0,0 0 0,-1-1 0,1 1 0,0 0 0,0 0 0,-1 0 0,1 0 0,0 0 0,0 0 0,0 0 0,1 1 0,-1 0 0,1 0 0,-1-1 0,1 1 0,0 0 0,0-1 0,0 1 0,0-1 0,0 1 0,0-1 0,0 1 0,2 1 0,5 3 0,0 0 0,0 0 0,13 7 0,-16-10 0,2 1 0,-1 0 0,0 0 0,-1 1 0,1-1 0,-1 1 0,0 0 0,0 1 0,0-1 0,-1 1 0,5 7 0,-7-9 0,-1-1 0,1 1 0,-1 0 0,0 0 0,0 0 0,0-1 0,0 1 0,-1 0 0,0 0 0,1 0 0,-1 1 0,-1-1 0,1 0 0,-1-1 0,1 1 0,-1 0 0,0 0 0,-1 0 0,-2 7 0,2-8 0,0 0 0,0 0 0,0 0 0,0-1 0,0 1 0,-1-1 0,1 1 0,-1-1 0,1 0 0,-6 3 0,-34 18 0,18-11 0,18-9 0,0-1 0,-1 1 0,1-1 0,-1 0 0,1-1 0,-1 0 0,0 0 0,-7 0 0,-59-2 0,31-1 0,25 2-1365,1 0-5461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1 993 24575,'0'-619'0,"1"599"0,7-40 0,-4 39 0,1-37 0,-5 43 0,0-6 0,1 1 0,0-1 0,7-32 0,7-20-1365,-11 61-5461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5:49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1040 24575,'-2'-100'0,"4"-108"0,2 171 0,11-45 0,1-4 0,2-23 0,-11 61 0,-3 19 0,2-50 0,-4 54 85,0-1 0,2 0 0,6-25 0,-4 25-653,-1-1-1,2-38 1,-6 50-6258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6:06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58 24575,'-5'0'0,"1"1"0,0 0 0,-1 0 0,1 0 0,0 0 0,0 1 0,0-1 0,0 1 0,0 0 0,0 0 0,1 1 0,-1-1 0,1 1 0,-1 0 0,1 0 0,0 0 0,0 0 0,0 0 0,0 1 0,1-1 0,-5 9 0,-1 3 0,1 0 0,0 1 0,1 0 0,-6 23 0,8-19 0,1 1 0,1 0 0,1 1 0,1-1 0,4 35 0,-4-49 0,1 0 0,1-1 0,-1 1 0,1-1 0,0 1 0,0-1 0,1 1 0,0-1 0,0 0 0,8 10 0,-4-7 0,0-1 0,1 0 0,0-1 0,0 0 0,19 13 0,-17-14 0,9 6 0,35 19 0,-46-28 0,0 0 0,0 0 0,0-1 0,1 0 0,-1 0 0,1-1 0,16 1 0,-16-2 0,0 0 0,0 0 0,0-1 0,0-1 0,14-3 0,-19 4 0,-1-1 0,1 1 0,-1-1 0,1 0 0,-1-1 0,0 1 0,0-1 0,1 1 0,-2-1 0,1 0 0,0 0 0,-1 0 0,1 0 0,-1-1 0,2-4 0,5-8 0,-2-1 0,0 0 0,0 0 0,-2-1 0,0 0 0,-1 0 0,-1 0 0,-1 0 0,-1 0 0,-1-37 0,-1 41 0,0 0 0,-1-1 0,0 1 0,-1 0 0,-1 0 0,-1 0 0,1 1 0,-2-1 0,0 1 0,-1 1 0,0-1 0,-1 1 0,0 0 0,-1 1 0,0 0 0,-1 0 0,0 1 0,-1 0 0,0 1 0,0 0 0,-1 1 0,-22-12 0,28 18-227,1 0-1,-1 0 1,1 0-1,-1 1 1,-11-1-1,3 1-6598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6:13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1 104 24575,'1'19'0,"1"1"0,1-1 0,0 0 0,2 0 0,0 0 0,1 0 0,1-1 0,14 26 0,-5-19 0,28 35 0,-8-12 0,-33-43 0,1-1 0,1 1 0,-1-1 0,0 0 0,1 0 0,0 0 0,0-1 0,0 0 0,1 0 0,-1 0 0,1-1 0,-1 1 0,1-1 0,0-1 0,0 1 0,6 0 0,11 1 0,0-1 0,43-1 0,-48-2 0,-13 1 0,-1 0 0,1 0 0,-1-1 0,0 0 0,1 0 0,-1 0 0,0 0 0,0-1 0,0 1 0,0-1 0,0 0 0,0 0 0,-1-1 0,7-4 0,-6 3 0,0-1 0,0 1 0,-1 0 0,1-1 0,-1 0 0,-1 0 0,1 0 0,-1 0 0,1 0 0,2-11 0,4-15 0,-1 1 0,-1-1 0,-2 0 0,2-60 0,-7 79 0,0 0 0,-1 0 0,0 0 0,-1 1 0,-1-1 0,-4-14 0,4 20 0,1 0 0,-1 1 0,0 0 0,-1-1 0,1 1 0,-1 0 0,0 1 0,0-1 0,-1 1 0,1 0 0,-1 0 0,0 0 0,0 0 0,-5-2 0,6 3 0,-1 1 0,1-1 0,0 1 0,-1 0 0,1 0 0,-1 1 0,0-1 0,1 1 0,-1 0 0,0 0 0,0 1 0,0-1 0,0 1 0,1 0 0,-1 1 0,0-1 0,0 1 0,0 0 0,0 0 0,1 0 0,-1 1 0,1 0 0,-1 0 0,1 0 0,-1 0 0,1 1 0,0-1 0,0 1 0,0 0 0,1 0 0,-6 6 0,-21 19 0,15-14 0,0 0 0,-21 28 0,30-32-1365,2 1-5461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6:13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58 24575,'-5'0'0,"1"1"0,0 0 0,-1 0 0,1 0 0,0 0 0,0 1 0,0-1 0,0 1 0,0 0 0,0 0 0,1 1 0,-1-1 0,1 1 0,-1 0 0,1 0 0,0 0 0,0 0 0,0 0 0,0 1 0,1-1 0,-5 9 0,-1 3 0,1 0 0,0 1 0,1 0 0,-6 23 0,8-19 0,1 1 0,1 0 0,1 1 0,1-1 0,4 35 0,-4-49 0,1 0 0,1-1 0,-1 1 0,1-1 0,0 1 0,0-1 0,1 1 0,0-1 0,0 0 0,8 10 0,-4-7 0,0-1 0,1 0 0,0-1 0,0 0 0,19 13 0,-17-14 0,9 6 0,35 19 0,-46-28 0,0 0 0,0 0 0,0-1 0,1 0 0,-1 0 0,1-1 0,16 1 0,-16-2 0,0 0 0,0 0 0,0-1 0,0-1 0,14-3 0,-19 4 0,-1-1 0,1 1 0,-1-1 0,1 0 0,-1-1 0,0 1 0,0-1 0,1 1 0,-2-1 0,1 0 0,0 0 0,-1 0 0,1 0 0,-1-1 0,2-4 0,5-8 0,-2-1 0,0 0 0,0 0 0,-2-1 0,0 0 0,-1 0 0,-1 0 0,-1 0 0,-1 0 0,-1-37 0,-1 41 0,0 0 0,-1-1 0,0 1 0,-1 0 0,-1 0 0,-1 0 0,1 1 0,-2-1 0,0 1 0,-1 1 0,0-1 0,-1 1 0,0 0 0,-1 1 0,0 0 0,-1 0 0,0 1 0,-1 0 0,0 1 0,0 0 0,-1 1 0,-22-12 0,28 18-227,1 0-1,-1 0 1,1 0-1,-1 1 1,-11-1-1,3 1-6598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6:14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1 104 24575,'1'19'0,"1"1"0,1-1 0,0 0 0,2 0 0,0 0 0,1 0 0,1-1 0,14 26 0,-5-19 0,28 35 0,-8-12 0,-33-43 0,1-1 0,1 1 0,-1-1 0,0 0 0,1 0 0,0 0 0,0-1 0,0 0 0,1 0 0,-1 0 0,1-1 0,-1 1 0,1-1 0,0-1 0,0 1 0,6 0 0,11 1 0,0-1 0,43-1 0,-48-2 0,-13 1 0,-1 0 0,1 0 0,-1-1 0,0 0 0,1 0 0,-1 0 0,0 0 0,0-1 0,0 1 0,0-1 0,0 0 0,0 0 0,-1-1 0,7-4 0,-6 3 0,0-1 0,0 1 0,-1 0 0,1-1 0,-1 0 0,-1 0 0,1 0 0,-1 0 0,1 0 0,2-11 0,4-15 0,-1 1 0,-1-1 0,-2 0 0,2-60 0,-7 79 0,0 0 0,-1 0 0,0 0 0,-1 1 0,-1-1 0,-4-14 0,4 20 0,1 0 0,-1 1 0,0 0 0,-1-1 0,1 1 0,-1 0 0,0 1 0,0-1 0,-1 1 0,1 0 0,-1 0 0,0 0 0,0 0 0,-5-2 0,6 3 0,-1 1 0,1-1 0,0 1 0,-1 0 0,1 0 0,-1 1 0,0-1 0,1 1 0,-1 0 0,0 0 0,0 1 0,0-1 0,0 1 0,1 0 0,-1 1 0,0-1 0,0 1 0,0 0 0,0 0 0,1 0 0,-1 1 0,1 0 0,-1 0 0,1 0 0,-1 0 0,1 1 0,0-1 0,0 1 0,0 0 0,1 0 0,-6 6 0,-21 19 0,15-14 0,0 0 0,-21 28 0,30-32-1365,2 1-5461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0T08:36:14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58 24575,'-5'0'0,"1"1"0,0 0 0,-1 0 0,1 0 0,0 0 0,0 1 0,0-1 0,0 1 0,0 0 0,0 0 0,1 1 0,-1-1 0,1 1 0,-1 0 0,1 0 0,0 0 0,0 0 0,0 0 0,0 1 0,1-1 0,-5 9 0,-1 3 0,1 0 0,0 1 0,1 0 0,-6 23 0,8-19 0,1 1 0,1 0 0,1 1 0,1-1 0,4 35 0,-4-49 0,1 0 0,1-1 0,-1 1 0,1-1 0,0 1 0,0-1 0,1 1 0,0-1 0,0 0 0,8 10 0,-4-7 0,0-1 0,1 0 0,0-1 0,0 0 0,19 13 0,-17-14 0,9 6 0,35 19 0,-46-28 0,0 0 0,0 0 0,0-1 0,1 0 0,-1 0 0,1-1 0,16 1 0,-16-2 0,0 0 0,0 0 0,0-1 0,0-1 0,14-3 0,-19 4 0,-1-1 0,1 1 0,-1-1 0,1 0 0,-1-1 0,0 1 0,0-1 0,1 1 0,-2-1 0,1 0 0,0 0 0,-1 0 0,1 0 0,-1-1 0,2-4 0,5-8 0,-2-1 0,0 0 0,0 0 0,-2-1 0,0 0 0,-1 0 0,-1 0 0,-1 0 0,-1 0 0,-1-37 0,-1 41 0,0 0 0,-1-1 0,0 1 0,-1 0 0,-1 0 0,-1 0 0,1 1 0,-2-1 0,0 1 0,-1 1 0,0-1 0,-1 1 0,0 0 0,-1 1 0,0 0 0,-1 0 0,0 1 0,-1 0 0,0 1 0,0 0 0,-1 1 0,-22-12 0,28 18-227,1 0-1,-1 0 1,1 0-1,-1 1 1,-11-1-1,3 1-6598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5:12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1868 24575,'0'-36'-98,"-22"-494"-10368,-3 322 9447,-6-278 6949,31 336-563,1 0-4509,1-120-2795,-2 232-4889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7:27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4:32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1178 0 24575,'-4'1'0,"0"0"0,0 0 0,0 0 0,0 1 0,0-1 0,1 1 0,-1 0 0,1 0 0,-1 0 0,1 0 0,0 1 0,0-1 0,-5 6 0,2-3 0,-322 261-3198,-25 21-388,313-251 2196,2 1 0,-53 66 0,30-17 4804,-98 157-2892,113-172-1695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4:33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24575,'6'0'0,"-1"1"0,0 1 0,0-1 0,0 1 0,0 0 0,0 0 0,0 0 0,0 1 0,-1-1 0,1 1 0,-1 0 0,0 1 0,0-1 0,4 5 0,10 7 0,631 535-6784,-617-521 6735,46 55-1,-63-66 296,-2 1 0,-1 0 0,0 1 0,17 41 0,11 49 5613,-3-10-6083,5-5-5646,-21-54 3567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4:34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24575,'56'135'0,"-31"-81"0,69 144 0,53 73 0,289 419-459,41-20 66,-192-291 436,-284-376-20,0-1-1,1 1 1,0-1-1,-1 0 1,1 0-1,0 0 1,0 0-1,0 0 1,1 0-1,-1 0 1,0-1-1,1 1 1,-1-1-1,1 1 0,-1-1 1,1 0-1,5 1 1,-7-2-7,0 0 1,0 0-1,0-1 0,1 1 1,-1 0-1,0-1 0,0 1 1,0 0-1,0-1 0,0 0 1,0 1-1,0-1 0,0 0 1,0 1-1,0-1 1,1-1-1,2-2 5,-1 0 0,0 0 0,-1 0 0,1 0 0,2-6 0,22-57-1386,-4-7-5461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4:35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918 1 24575,'0'2'0,"0"1"0,0-1 0,-1 1 0,1-1 0,-1 1 0,0-1 0,1 1 0,-1-1 0,-2 3 0,-3 10 0,-46 179 0,12-35 0,-134 349 0,-28-13 0,171-421 0,-101 269 0,123-315 0,-1 0 0,-2-1 0,0 0 0,-2-1 0,-1-1 0,-20 27 0,30-45-97,-1 0-1,0-1 1,-1 0-1,0 0 1,0 0-1,0-1 1,0 1-1,-1-2 1,0 1-1,0-1 1,0-1-1,0 1 0,-11 2 1,-37 3-6729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4:35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754 0 24575,'-22'34'0,"1"1"0,1 0 0,-19 54 0,-196 456 0,79-189 0,83-190 0,-84 215 0,147-347 0,-10 49 0,20-79 308,4-8-819,-2 1-651,7-10-5664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4:36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24575,'3'16'0,"5"24"0,16 56 0,29 82 0,39 87 0,40 61 0,34 24 0,10-20-762,-5-40 762,-10-51 0,-17-46 0,-25-54 0,-34-46-6531,-31-30 6531,-31-45-4368,-36-51 4368,-15-19 3470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4:37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1354 1 24575,'-13'24'0,"-2"0"0,-1-1 0,-36 41 0,-383 370-4049,306-314 2445,93-87 988,-249 250-655,256-248-101,2 0 0,-36 63 1,-2 22 5486,-110 251 2060,162-335-13001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4:37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24575,'2'56'-1527,"2"-1"0,2 1-1,19 71 1,59 150-4044,133 270 4365,-135-374 4257,108 167 0,-187-335-2990,7 12-94,1 0 1,1-1-1,27 30 1,-36-43 270,1 1 1,-1-1-1,1-1 0,0 1 1,-1-1-1,1 1 1,0-1-1,0 0 1,1 0-1,-1-1 1,0 1-1,1-1 1,-1 0-1,1 0 1,-1 0-1,1-1 0,-1 0 1,1 0-1,-1 0 1,1 0-1,0-1 1,-1 1-1,5-3 1,-1 1-85,0-2 1,0 1-1,-1-1 1,1 0-1,-1-1 1,0 1-1,8-9 1,0-1-891,25-29 1,12-24-6091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4:38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24575,'7'-3'0,"4"-1"0,14 13 0,2 14 0,20 35 0,35 52 0,43 71 0,16 27 0,0-6-6784,1 1 6784,-8-9 0,-13-25 0,-19-25 0,-23-27 0,-12-12 0,-14-24 0,-16-25-1407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4:39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24575,'16'35'0,"5"34"0,30 69 0,33 55 0,30 39 0,9 12 0,-1-16 0,-21-44 0,-25-47 0,-25-44 0,-24-30 0,-17-27-8191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4:58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1654 4818 24575,'-1'0'0,"0"-1"0,1 1 0,-1 0 0,1 0 0,-1 0 0,1 0 0,-1-1 0,1 1 0,-1 0 0,1 0 0,-1-1 0,1 1 0,0 0 0,-1-1 0,1 1 0,-1 0 0,1-1 0,0 1 0,-1-1 0,1 1 0,0-1 0,-1 1 0,1-1 0,0 1 0,0-1 0,0 1 0,-1-1 0,1 0 0,-3-19 0,3 17 0,-7-174 0,-4-39 0,-149-532-25,103 515-1080,18 81-3687,-36-73 3930,-79-158 797,-47-119 1261,135 332 2732,-39-83-6806,4 7-989,35 80 5553,-1-9-3038,-39-88 5548,-9 5-1641,33 91-6823,-91-193 3137,163 341 1014,-20-32 0,17 32-1056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5:00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4237 24575,'-1'-1'0,"0"-1"0,0 1 0,0 0 0,0 0 0,0 0 0,1 0 0,-1-1 0,0 1 0,1 0 0,-1-1 0,1 1 0,0 0 0,-1-1 0,1 1 0,0-1 0,0 1 0,0 0 0,0-3 0,10-29 0,11-12 0,51-81 0,-46 85 0,608-922-6923,-156 332 6195,18 21 800,-323 399-113,411-495-450,-218 266 6245,-266 325-4233,-43 50-1103,81-115 0,-125 157-1783,-2 3-5461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5:01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554 1 24575,'-1'8'0,"0"0"0,-1 0 0,0 0 0,-1-1 0,0 1 0,0 0 0,-1-1 0,-6 11 0,-3 6 0,-24 57 0,16-33 0,-2-1 0,-32 47 0,-28 14 0,58-79 0,2 0 0,1 2 0,1 0 0,-31 66 0,30-46-455,-3-2 0,-46 71 0,40-72-6371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5:03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24575,'0'13'0,"10"29"0,9 36 0,4 40 0,2 13 0,7-1 0,6-2 0,4-8 0,-3-18 0,-4-17 0,1-6 0,-5-8 0,-5-12-6784,0-14 6784,1-10-4536,-4-12 7665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5:17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911 1 24575,'-1'2'0,"1"0"0,-1 0 0,0 0 0,0 0 0,0 0 0,0 0 0,0 0 0,0 0 0,0 0 0,-1 0 0,1-1 0,-4 4 0,-4 6 0,-50 74 0,-67 129 0,-28 104 0,82-166 0,3-6-908,-180 342-4968,164-357 5694,35-58 4652,30-42-10165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5:18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2266 2751 24575,'-2'-1'0,"0"1"0,0 0 0,1 0 0,-1-1 0,0 1 0,0-1 0,0 1 0,1-1 0,-1 0 0,0 1 0,1-1 0,-1 0 0,1 0 0,-1 0 0,1-1 0,-2 0 0,-19-26 0,-51-97-7086,-246-346 7499,176 268-524,-609-843 111,683 953-2268,-144-148 0,-78-15 748,-17 16 3275,298 232-1469,-25-19 2322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15:05:20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397 40 24575,'-20'2'0,"0"0"0,0 2 0,0 0 0,1 1 0,-1 1 0,1 0 0,0 2 0,1 0 0,0 1 0,-30 21 0,33-20 0,0 1 0,1 1 0,1 0 0,0 1 0,1 0 0,0 1 0,-15 23 0,22-29 0,0-1 0,1 1 0,0 1 0,1-1 0,0 1 0,0-1 0,1 1 0,0 0 0,0 0 0,1 0 0,0 0 0,1 0 0,0 0 0,1 0 0,-1 0 0,2 0 0,1 9 0,1-4 0,1 0 0,1 0 0,-1 0 0,2-1 0,0 0 0,1 0 0,0-1 0,1 0 0,0 0 0,1-1 0,16 15 0,-7-11 0,1 0 0,0-1 0,1-1 0,0-1 0,1-1 0,30 11 0,2-2 0,0-2 0,1-3 0,0-2 0,111 11 0,-159-23 0,-1-1 0,1-1 0,-1 1 0,1-1 0,-1 0 0,1 0 0,-1-1 0,0 0 0,0 0 0,0 0 0,0-1 0,0 0 0,8-5 0,-6 2 0,0-1 0,-1 0 0,0 0 0,0-1 0,0 1 0,-1-1 0,9-16 0,-3 3 0,-1-1 0,-2 0 0,0 0 0,-1-1 0,-1 0 0,6-38 0,-8 26 0,-1-1 0,-2-1 0,-5-63 0,1 80 0,-1-1 0,-1 1 0,-13-39 0,13 49 0,0 0 0,0 0 0,-1 0 0,-1 1 0,1 0 0,-1 0 0,-1 0 0,0 1 0,-9-10 0,8 13 0,0 0 0,0 0 0,-1 0 0,1 1 0,-1 0 0,0 1 0,0 0 0,0 0 0,0 1 0,-1 0 0,-9 0 0,-18-1 0,-50 2 0,68 2-170,-1 0-1,1 2 0,0 1 1,0 0-1,0 1 0,1 1 1,-25 11-1,12-2-6655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0:19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6611 358 24575,'0'8'0,"0"0"0,-1-1 0,0 1 0,0-1 0,-1 1 0,1-1 0,-2 0 0,1 1 0,-1-1 0,-1-1 0,1 1 0,-1 0 0,-8 10 0,-332 520-2721,-43 66-209,207-291 2972,64-107-545,-448 853-1801,188-355 2294,258-492-203,18-28-249,-119 210-188,-2 18 327,125-223 226,-157 389 97,150-324 333,-14 35 73,68-162 82,-41 114 801,23-72-1289,4-11 0,-90 203 2406,52-120-1356,48-106-621,-38 101-429,-9-23 0,62-133 0,-60 94-59,29-54 383,54-91 175,-1-1 0,-2 0 0,-1-1 1,0-1-1,-2-1 0,-38 35 0,45-45-495,1 0-1,0 1 0,-18 28 0,0 1-5,-123 138 2,81-100 0,-104 154 0,-79 153-596,206-307 596,-55 80 0,-47 54 0,131-185 163,-1-1 1,-34 34-1,18-20-57,-17 10-106,37-38 0,-22 27 0,24-25 0,-25 21 0,23-22 0,-19 22 0,-135 147 0,37-43 0,-8 14 0,53-65 0,66-70 0,0-1 0,-30 21 0,-2 0 0,-52 59 0,108-101 0,-1 0 0,1 1 0,0-1 0,0 0 0,-1 0 0,1 0 0,0 1 0,0-1 0,0 0 0,0 0 0,-1 1 0,1-1 0,0 0 0,0 0 0,0 1 0,0-1 0,0 0 0,-1 0 0,1 1 0,0-1 0,0 0 0,0 1 0,0-1 0,0 0 0,0 0 0,0 1 0,0-1 0,0 0 0,0 1 0,0-1 0,1 0 0,-1 1 0,0-1 0,0 0 0,0 0 0,0 1 0,13 4 0,23-4 0,-31-2 0,62 1 0,232-12 0,100 3-1381,-248 11 765,2861-2-6700,-1515 0 7651,-1401 1 65,0 5 0,168 31 0,121 29 1584,-104-21 3175,163 6-4524,-284-31-635,-37-3 0,-2 0 0,-68-9 0,92 4 0,2-2 0,-2-1 0,41-11 0,145 4 0,-238 7 0,37 1 0,-72-8 0,1 2 0,93 20 0,-127-20 0,48 0 0,10 2 0,137 11-356,-110-11 80,232 13 150,-134-10 126,81 8 0,-98 2 0,-72-9 0,225 49 0,20 12 0,-144-32 0,-102-20-1161,0-5 1,184-1-1,25-5 1161,-9 1 0,-166-9 193,401 11-1728,-480-7 1394,145 15-28,209 38 169,19 42 0,-319-67 1399,225 26 1,-328-55-1183,212 14 2659,-141-16-2876,97-4 0,-188 3 0,0-1 0,0 1 0,0-1 0,-1 0 0,1 0 0,0-1 0,0 1 0,-1-1 0,1 0 0,-1 0 0,1 0 0,-1 0 0,0-1 0,0 1 0,0-1 0,0 0 0,0 1 0,-1-2 0,1 1 0,-1 0 0,0 0 0,0-1 0,0 1 0,0-1 0,-1 0 0,0 1 0,1-1 0,0-4 0,1-10 0,0-1 0,-1 1 0,0-1 0,-3-31 0,1 35 0,-1-12 0,-2 0 0,0 1 0,-11-39 0,-30-74 0,10 34 0,9 35 0,-3 1 0,-49-88 0,-14-32 0,-100-246-1284,71 131-862,93 242 1256,-320-694-5584,-207-235 3065,291 577 3217,-86-140-105,-291-405 517,5 75 2561,238 236-2781,375 607-182,-351-618 1925,250 452-1743,-32-54 0,-33-9 16,129 189 151,-191-253 745,108 156 332,10 13-138,104 128-1106,-93-133 0,-53-88 0,54 85 0,-30-39 0,71 102 1907,-67-86 2813,55 82-4696,-25-31 10,5 28-34,65 69 0,-2 3 0,-2 1 0,-74-49 0,109 82 0,-120-107 0,16 13 0,45 48 0,-84-68 0,114 90 0,-1 1 0,-54-29 0,16 19 0,-39-24 0,-166-114 0,275 174 0,-164-83 0,26 15 0,22 6 0,-45-26 0,70 45 0,77 40 0,0-2 0,0-1 0,-25-18 0,22 12 0,-40-19 0,-25-16 0,83 46 0,6 4 0,-1 0 0,0 0 0,0 1 0,0 0 0,0 0 0,-1 1 0,-13-5 0,20 8 0,0 0 0,0 0 0,0 1 0,0-1 0,0 0 0,0 0 0,0 1 0,-1-1 0,1 1 0,0-1 0,0 1 0,0-1 0,0 1 0,1 0 0,-1-1 0,0 1 0,0 0 0,0 0 0,0 0 0,1-1 0,-1 1 0,0 0 0,1 0 0,-1 0 0,1 0 0,-1 0 0,1 0 0,0 1 0,-1 1 0,-10 39 0,9-32 0,-3 9 0,-1 1 0,0-1 0,-2-1 0,0 1 0,-2-2 0,1 1 0,-2-1 0,-1 0 0,0-1 0,-18 18 0,15-14 0,1 1 0,1 0 0,0 1 0,2 0 0,-13 35 0,20-50 0,0 0 0,-1 0 0,0 0 0,0 0 0,0-1 0,-12 10 0,-17 22 0,-16 41 316,-23 31-1997,61-96-5145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0:21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2348 3217 24575,'-1'-3'0,"0"0"0,-1-1 0,1 1 0,-1 0 0,1 0 0,-1 0 0,0 0 0,0 0 0,0 0 0,-1 0 0,1 1 0,-1-1 0,-5-3 0,3 0 0,-21-19 0,-141-154 0,134 138-65,-26-34-482,-61-99-1,-357-534-3212,455 678 3741,-307-438-3916,306 435 3875,-359-512-156,121 171-52,68 144 1908,62 80 4046,129 147-5620,-12-13 440,1 0 1,1-2 0,-12-22-1,8 11-1871,10 18-5461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0:22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2235 4004 24575,'-1'-7'0,"0"0"0,0 0 0,-1 0 0,0 0 0,-1 1 0,-5-12 0,-2-9 0,-27-69-274,-65-119 0,51 113 171,-123-237-1615,111 219-177,-143-224 1404,28 53 588,-29-49-97,67 116 0,-70-150-694,23 37 106,23 53 588,69 107-77,2 4-63,7 12 2296,-47-75 1845,79 165-3979,35 47-1409,11 15-5439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0:24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1 745 24575,'0'-8'0,"1"1"0,1 0 0,-1-1 0,5-10 0,1-8 0,-2 7 0,0-2 0,-1-1 0,-1 1 0,1-28 0,-3-17 0,-4-92 0,-14 64 0,7 33 0,7 45 0,0-1 0,-1-19 0,4-38-1365,0 57-5461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0:36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455 0 24575,'-2'1'0,"0"-1"0,0 1 0,0 0 0,0 0 0,0 0 0,0 0 0,0 0 0,0 0 0,0 1 0,0-1 0,-2 3 0,-14 9 0,-50 14 0,-88 41 0,145-60 0,0 0 0,1 0 0,1 1 0,-1 0 0,2 1 0,-16 21 0,11-11 0,1 1 0,1 0 0,1 0 0,1 1 0,-12 44 0,18-56-341,0 0 0,-1-1-1,-8 15 1,6-15-6485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0:37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766 0 24575,'-7'1'0,"-1"0"0,0 0 0,1 0 0,-1 1 0,1 0 0,-1 0 0,-12 7 0,-48 29 0,37-19 0,13-8 0,1 1 0,0 0 0,1 2 0,0 0 0,-15 18 0,-62 85 0,44-52 0,9-15 0,-7 11 0,-2-1 0,-59 52 0,71-87 306,32-22-492,0 0 1,-1 0-1,1 1 0,0-1 1,1 1-1,-1 0 0,1 1 1,-7 7-1,5-2-6640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0:37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24575,'1'19'0,"2"0"0,0 0 0,2 0 0,0 0 0,13 32 0,-3-8 0,89 361-1320,-64-226 942,3 62 378,12 46 0,-28-184 8,35 115-11,-49-183 211,2-2-1,28 50 1,-40-77-503,2 5-6531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0:39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391 19 24575,'-31'-8'0,"8"2"0,16 4 0,1 1 0,-1 0 0,0 1 0,0 0 0,0 0 0,0 0 0,0 1 0,0 0 0,0 0 0,1 1 0,-1-1 0,1 2 0,-1-1 0,1 1 0,-1 0 0,1 0 0,0 1 0,1-1 0,-1 1 0,0 1 0,1-1 0,0 1 0,-8 10 0,-2 3 0,0 1 0,1 1 0,2 1 0,0 0 0,-18 44 0,12-23 0,14-33 0,0 0 0,0 1 0,0 0 0,1 0 0,1 0 0,-3 20 0,5-20 0,1-1 0,0 0 0,0 0 0,1 1 0,0-1 0,0 0 0,1-1 0,1 1 0,-1 0 0,1-1 0,1 0 0,-1 0 0,1 0 0,1 0 0,0-1 0,0 0 0,0 0 0,10 7 0,-7-5 0,1-1 0,0-1 0,1 0 0,0 0 0,0-1 0,0 0 0,1-1 0,0 0 0,0-1 0,0 0 0,1-1 0,24 3 0,-19-5 0,-1 0 0,23-3 0,-34 1 0,0 0 0,1 0 0,-1-1 0,0 0 0,0 0 0,0 0 0,0-1 0,0 0 0,8-5 0,93-65 0,-45 33 0,103-89 0,-161 126 0,-1-1 0,1 0 0,-1 0 0,0 0 0,0 0 0,-1 0 0,1 0 0,3-10 0,-6 13 0,1-1 0,0 0 0,-1 0 0,0 0 0,1 1 0,-1-1 0,0 0 0,0 0 0,0 0 0,0 0 0,-1 0 0,1 0 0,0 1 0,-1-1 0,1 0 0,-1 0 0,0 0 0,1 1 0,-1-1 0,0 0 0,0 1 0,0-1 0,0 1 0,-1-1 0,-1-1 0,-12-10 0,-1 0 0,-1 1 0,-20-11 0,8 5 0,10 8 0,0 1 0,0 1 0,0 1 0,-39-10 0,-11-3 0,43 12 61,-1 0-1,0 2 1,-1 2-1,-38-3 0,-113 6-495,85 3-797,78-2-5594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0:40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410 114 24575,'-7'0'0,"-1"0"0,1 0 0,0 1 0,0 0 0,-1 1 0,1 0 0,0 0 0,1 0 0,-1 1 0,0 0 0,1 0 0,-1 1 0,1-1 0,0 1 0,0 1 0,0-1 0,-9 11 0,-12 14 0,1 0 0,2 2 0,1 1 0,1 1 0,2 0 0,-30 69 0,29-55 0,9-22 0,-16 48 0,19-45 0,5-17 0,1 0 0,0 1 0,0-1 0,-1 21 0,4-29 0,0-1 0,0 1 0,0 0 0,0 0 0,1 0 0,-1-1 0,1 1 0,0 0 0,0-1 0,0 1 0,0 0 0,1-1 0,-1 1 0,1-1 0,-1 0 0,1 1 0,0-1 0,0 0 0,0 0 0,0 0 0,0 0 0,0-1 0,0 1 0,4 1 0,1 1 0,-1-1 0,1 0 0,-1-1 0,1 1 0,0-1 0,0-1 0,0 1 0,0-1 0,1-1 0,-1 1 0,0-1 0,0 0 0,0-1 0,8-1 0,-1-1 0,0-1 0,0 0 0,0-1 0,-1 0 0,25-15 0,-22 12 0,-1-1 0,0-1 0,-1 0 0,0-1 0,0-1 0,14-16 0,28-32 0,-21 24 0,41-55 0,-50 57 0,-19 27 0,-1 0 0,0-1 0,0 0 0,-1 0 0,0-1 0,0 1 0,5-17 0,-4 4 0,0 1 0,-2-1 0,4-42 0,-8 56 0,0 0 0,0 1 0,0-1 0,-1 0 0,0 1 0,-1-1 0,1 1 0,-1-1 0,0 1 0,-1 0 0,0-1 0,0 1 0,0 1 0,0-1 0,-1 0 0,-7-8 0,-3 2 0,0 0 0,0 1 0,-1 0 0,0 1 0,-1 0 0,0 2 0,-1 0 0,1 1 0,-1 0 0,-24-5 0,-8 5-1365,33 7-5461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1:19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1987 1670 24575,'0'38'0,"1"5"0,-2 1 0,-2-1 0,-10 50 0,-70 269-2765,-26 122-1494,77-349 4111,-96 251 0,-92 113-1213,-165 210 1361,247-458 4,-55 89 1,128-228 1342,41-68-227,-1-1 0,-35 45 0,2-24 616,37-42-993,0 2 0,-18 26 0,-2-1-743,33-40 0,0 1 0,0-1 0,1 1 0,0 0 0,-9 18 0,8-12 0,-1-1 0,-1 0 0,-18 22 0,-7 10 0,3 0 0,-29 47 0,56-86 0,0 0 0,-1-1 0,0 1 0,-1-1 0,0 0 0,-7 6 0,4-5 0,1 0 0,-11 16 0,19-24 0,1 1 0,0 0 0,-1-1 0,1 1 0,0 0 0,0-1 0,-1 1 0,1 0 0,0 0 0,0-1 0,0 1 0,0 0 0,0-1 0,0 1 0,0 0 0,0 0 0,0-1 0,1 1 0,-1 0 0,0-1 0,0 1 0,1 0 0,-1-1 0,0 1 0,1 0 0,-1-1 0,1 1 0,-1-1 0,0 1 0,1-1 0,-1 1 0,1-1 0,0 1 0,-1-1 0,1 1 0,-1-1 0,1 0 0,0 1 0,-1-1 0,1 0 0,0 0 0,0 1 0,37 13 0,-31-12 0,25 8 9,0-2 0,0-1 0,0-2 0,41 2-1,134-6-73,-99-3-112,502 1-2262,803 3-5474,-717 41 6156,-487-25 1482,-69-7 268,799 55-62,-514-35-362,228 6 1157,-311-28-305,55 0 1523,88-9 8054,-469-2-9998,0 1 0,0-2 0,0 0 0,27-10 0,-38 11 0,-1 1 0,1-1 0,-1 0 0,0 0 0,0 0 0,0 0 0,0-1 0,0 0 0,0 0 0,-1 0 0,1 0 0,-1 0 0,0-1 0,0 0 0,0 1 0,0-1 0,-1 0 0,0 0 0,0-1 0,0 1 0,0 0 0,0-1 0,-1 1 0,0-1 0,0 0 0,0 1 0,-1-1 0,1 0 0,-1 1 0,0-1 0,-1 0 0,-1-8 0,-2-10 0,-2 0 0,0 1 0,-2-1 0,0 1 0,-13-22 0,19 39 0,-56-105 51,14 29-322,-137-266-2368,-26 12 331,-469-572-798,471 633 3106,65 84 0,-251-331 0,121 127-645,75 103 239,-258-353 428,338 470-22,-23-32 0,-275-377 1090,408 576-1089,-225-307 2162,-54-30 1145,226 279-2743,28 29-22,-2 2 1,-1 1 0,-50-38 0,53 45-544,23 20 0,-1 0 0,1 0 0,-1 0 0,0 1 0,-12-7 0,19 12 0,-1 0 0,1 0 0,0-1 0,0 1 0,-1 0 0,1 0 0,0 0 0,-1 0 0,1 1 0,0-1 0,0 0 0,-1 0 0,1 1 0,0-1 0,0 1 0,0-1 0,0 1 0,-1 0 0,1-1 0,0 1 0,0 0 0,0 0 0,0 0 0,0-1 0,1 1 0,-1 0 0,0 0 0,0 0 0,1 1 0,-1-1 0,0 0 0,1 0 0,-1 0 0,1 2 0,-5 6 0,1 1 0,0 0 0,-2 11 0,4-13 0,-130 359 0,87-230 0,-5 11 0,47-141 0,-78 169 0,40-88 0,26-55 0,-23 43 0,25-52 0,1 1 0,1 0 0,1 1 0,-9 40 0,8-29 0,-63 156 0,55-146 0,-73 147 0,0 2 0,36-83 0,11-26 0,22-38 0,-26 82 0,41-93 0,8-32 0,-1 0 0,0 0 0,0 0 0,-1-1 0,0 1 0,0 0 0,0-1 0,-1 1 0,1-1 0,-1 0 0,-1 0 0,-5 8 0,-5 5-195,1 0 0,1 0 0,0 2 0,2-1 0,0 1 0,-11 36 0,17-44-6631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1:23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1878 2225 24575,'-9'0'0,"1"-1"0,-1 0 0,0-1 0,1 0 0,-1 0 0,1-1 0,-1 0 0,1 0 0,0-1 0,1 0 0,-1 0 0,0-1 0,-8-7 0,-7-8 0,1-1 0,-30-35 0,30 30 0,-18-21 0,-39-66 0,53 75 0,-39-64 49,-29-39-306,-43-53-713,-141-180-997,143 216 1874,-257-296-703,141 161 1991,188 229 1563,-3-2-4042,57 55-5542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41:24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2146 2951 24575,'-13'0'0,"0"0"0,-1-1 0,-14-3 0,23 2 0,0 1 0,-1-1 0,1 0 0,0 0 0,0-1 0,0 0 0,1 1 0,-1-2 0,1 1 0,-6-5 0,-31-34-329,2-1 1,-55-79-1,34 41-213,-138-192 160,-9-12 458,38 60-1797,89 117 1171,-53-85 550,28 39 0,-15-13-232,-347-506-1756,395 570 1985,37 55 492,-53-98 1,60 90 1236,-24-51 1690,26 34-4574,22 59-5668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7T02:57:06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D0F3-9A68-7973-B6B2-0717909C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A978D-93B0-05C3-EFC8-33AF0E308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DBBCD-0F80-BCF8-3FA8-CC2FDDE6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307CC-725B-2361-005B-0CD979077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A5072-0F65-5A1F-0246-B1994747D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51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3E30-3B1A-85F9-20A8-4B390B5D9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E5C43-F96F-3F23-F87D-CCEE57352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FEB7C-C1CA-D5A2-23D3-E8CE3850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0B927-2CA7-4438-3AE0-3B7D0C147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05FD9-3632-7C23-7369-49C2EE8B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4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632A-AC22-01E4-33ED-46A0F19E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7CA1D-DC46-6C93-CD14-A4BB9C876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BD094-595E-0879-3540-D289FBE4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960F2-C211-F6AD-0FC9-F4FACDF8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1AE2-8FAB-C22D-DF31-39B7BDC2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5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948FE-48D1-47F8-DA61-2F839284A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700BB-630C-5FCE-FF4A-3C79EFB82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F3E1A-8DBA-26AC-305C-9A9E24068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E490D-6A3C-428D-99D9-94B61AD4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4AE93-0ABE-2F75-11CC-E4FD15C73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49FAA-60B9-C7C6-11D8-CC903B51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9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5737-D402-820C-D47E-C27392596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42D8B-2B29-2E70-B202-D45163290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8E98C-73E6-8EA0-6FF6-51647A8F6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5BB0D-83C0-B90B-A062-870C5FFB7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A0FBCA-2E6E-5C7B-1A45-AE72467694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D4A5DB-60A3-8A4E-6F27-57B3D5B7B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C42D5C-A355-613A-738A-AC402FB7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ED1ED-21C9-5C6B-F8A9-09B0C2E3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73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977F1-0661-2E36-2C83-9B389241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2811F9-21EB-6053-736A-677CD5A9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B3D2B-3E1A-75DE-7969-61427BA6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A0CB8-0737-6F04-441B-DC37E613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5336A-82C6-4B40-BC09-D11DDE93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7AC43A-37CD-FF72-5DA4-C947E107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1886B-FCC9-B4A1-0FF2-70C1B32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9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4200-02D0-CA90-D563-ED0F770B6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9CB21-EECB-74F0-760E-EEFD545BA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79AF4-490B-A6C8-463E-FA83B4F6C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E4724-2C23-37BE-3BFF-BAF3F831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E2ED9-5A00-2DBE-E3BA-B9A48BCB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5AFA3-74DB-5984-0CD8-66E93183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5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3D8FF-E3AA-85E2-F852-92B0B362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18F297-6F02-98C7-F8A5-74E360E29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62AC2-E311-3839-7EBA-23E40CB2A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C2711-E0AF-D016-4B43-5706BC2B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3610E-7FF6-FF0D-F899-CD6BC4E9E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3F439-AE70-75C5-2532-CDA0CC4C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4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7EF5-6B8E-FF9E-568A-6517AAC2A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4F2F4-5850-DA0B-1A01-0A9EE5363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36E20-CBDA-0C91-81C0-E70D46A5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9E63D-C3FB-F718-61C0-436B110C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AC31C-8E4E-8D19-38CE-88615974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2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9D87B-A2CF-6175-6248-815B26438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B1469-7153-D8BE-D250-CE5258601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E0D0E-49E7-7C23-2C72-2AA73BBEB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1ACB-0ADF-30A3-FAB3-E5BDFF285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69164-05C2-D219-B877-B5F42355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3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D720C-2D8E-6A27-2184-7B59FAAA3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36E0C-43A5-9F77-F9DE-D50E9C4D4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1F91E-AEA6-ECBD-394D-DBCA08EEA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72101-B67C-44AE-B825-0C4C37C233B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D410C-6AFC-3451-EE89-B91105163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55CDD-7834-2864-491A-3116796AD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ECF98-D5E3-44A2-9DCE-DAD8845F9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9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customXml" Target="../ink/ink5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112" Type="http://schemas.openxmlformats.org/officeDocument/2006/relationships/customXml" Target="../ink/ink49.xml"/><Relationship Id="rId16" Type="http://schemas.openxmlformats.org/officeDocument/2006/relationships/customXml" Target="../ink/ink8.xml"/><Relationship Id="rId107" Type="http://schemas.openxmlformats.org/officeDocument/2006/relationships/image" Target="../media/image212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102" Type="http://schemas.openxmlformats.org/officeDocument/2006/relationships/customXml" Target="../ink/ink44.xml"/><Relationship Id="rId5" Type="http://schemas.openxmlformats.org/officeDocument/2006/relationships/image" Target="../media/image2.png"/><Relationship Id="rId95" Type="http://schemas.openxmlformats.org/officeDocument/2006/relationships/image" Target="../media/image211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40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103" Type="http://schemas.openxmlformats.org/officeDocument/2006/relationships/image" Target="../media/image2121.png"/><Relationship Id="rId108" Type="http://schemas.openxmlformats.org/officeDocument/2006/relationships/customXml" Target="../ink/ink47.xml"/><Relationship Id="rId116" Type="http://schemas.openxmlformats.org/officeDocument/2006/relationships/customXml" Target="../ink/ink52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6" Type="http://schemas.openxmlformats.org/officeDocument/2006/relationships/customXml" Target="../ink/ink41.xml"/><Relationship Id="rId111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46.xml"/><Relationship Id="rId114" Type="http://schemas.openxmlformats.org/officeDocument/2006/relationships/customXml" Target="../ink/ink50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0.xml"/><Relationship Id="rId99" Type="http://schemas.openxmlformats.org/officeDocument/2006/relationships/image" Target="../media/image2119.png"/><Relationship Id="rId101" Type="http://schemas.openxmlformats.org/officeDocument/2006/relationships/image" Target="../media/image212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212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2118.png"/><Relationship Id="rId104" Type="http://schemas.openxmlformats.org/officeDocument/2006/relationships/customXml" Target="../ink/ink45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110" Type="http://schemas.openxmlformats.org/officeDocument/2006/relationships/customXml" Target="../ink/ink48.xml"/><Relationship Id="rId115" Type="http://schemas.openxmlformats.org/officeDocument/2006/relationships/customXml" Target="../ink/ink51.xml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43.xml"/><Relationship Id="rId105" Type="http://schemas.openxmlformats.org/officeDocument/2006/relationships/image" Target="../media/image212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2116.png"/><Relationship Id="rId98" Type="http://schemas.openxmlformats.org/officeDocument/2006/relationships/customXml" Target="../ink/ink42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openxmlformats.org/officeDocument/2006/relationships/customXml" Target="../ink/ink62.xml"/><Relationship Id="rId26" Type="http://schemas.openxmlformats.org/officeDocument/2006/relationships/customXml" Target="../ink/ink66.xml"/><Relationship Id="rId39" Type="http://schemas.openxmlformats.org/officeDocument/2006/relationships/image" Target="../media/image61.png"/><Relationship Id="rId21" Type="http://schemas.openxmlformats.org/officeDocument/2006/relationships/image" Target="../media/image52.png"/><Relationship Id="rId34" Type="http://schemas.openxmlformats.org/officeDocument/2006/relationships/customXml" Target="../ink/ink70.xml"/><Relationship Id="rId42" Type="http://schemas.openxmlformats.org/officeDocument/2006/relationships/customXml" Target="../ink/ink74.xml"/><Relationship Id="rId47" Type="http://schemas.openxmlformats.org/officeDocument/2006/relationships/image" Target="../media/image65.png"/><Relationship Id="rId50" Type="http://schemas.openxmlformats.org/officeDocument/2006/relationships/customXml" Target="../ink/ink78.xml"/><Relationship Id="rId55" Type="http://schemas.openxmlformats.org/officeDocument/2006/relationships/image" Target="../media/image69.png"/><Relationship Id="rId63" Type="http://schemas.openxmlformats.org/officeDocument/2006/relationships/image" Target="../media/image73.png"/><Relationship Id="rId7" Type="http://schemas.openxmlformats.org/officeDocument/2006/relationships/image" Target="../media/image45.png"/><Relationship Id="rId2" Type="http://schemas.openxmlformats.org/officeDocument/2006/relationships/customXml" Target="../ink/ink54.xml"/><Relationship Id="rId16" Type="http://schemas.openxmlformats.org/officeDocument/2006/relationships/customXml" Target="../ink/ink61.xml"/><Relationship Id="rId29" Type="http://schemas.openxmlformats.org/officeDocument/2006/relationships/image" Target="../media/image56.png"/><Relationship Id="rId11" Type="http://schemas.openxmlformats.org/officeDocument/2006/relationships/image" Target="../media/image47.png"/><Relationship Id="rId24" Type="http://schemas.openxmlformats.org/officeDocument/2006/relationships/customXml" Target="../ink/ink65.xml"/><Relationship Id="rId32" Type="http://schemas.openxmlformats.org/officeDocument/2006/relationships/customXml" Target="../ink/ink69.xml"/><Relationship Id="rId37" Type="http://schemas.openxmlformats.org/officeDocument/2006/relationships/image" Target="../media/image60.png"/><Relationship Id="rId40" Type="http://schemas.openxmlformats.org/officeDocument/2006/relationships/customXml" Target="../ink/ink73.xml"/><Relationship Id="rId45" Type="http://schemas.openxmlformats.org/officeDocument/2006/relationships/image" Target="../media/image64.png"/><Relationship Id="rId53" Type="http://schemas.openxmlformats.org/officeDocument/2006/relationships/image" Target="../media/image68.png"/><Relationship Id="rId58" Type="http://schemas.openxmlformats.org/officeDocument/2006/relationships/customXml" Target="../ink/ink82.xml"/><Relationship Id="rId5" Type="http://schemas.openxmlformats.org/officeDocument/2006/relationships/image" Target="../media/image44.png"/><Relationship Id="rId61" Type="http://schemas.openxmlformats.org/officeDocument/2006/relationships/image" Target="../media/image72.png"/><Relationship Id="rId19" Type="http://schemas.openxmlformats.org/officeDocument/2006/relationships/image" Target="../media/image51.png"/><Relationship Id="rId14" Type="http://schemas.openxmlformats.org/officeDocument/2006/relationships/customXml" Target="../ink/ink60.xml"/><Relationship Id="rId22" Type="http://schemas.openxmlformats.org/officeDocument/2006/relationships/customXml" Target="../ink/ink64.xml"/><Relationship Id="rId27" Type="http://schemas.openxmlformats.org/officeDocument/2006/relationships/image" Target="../media/image55.png"/><Relationship Id="rId30" Type="http://schemas.openxmlformats.org/officeDocument/2006/relationships/customXml" Target="../ink/ink68.xml"/><Relationship Id="rId35" Type="http://schemas.openxmlformats.org/officeDocument/2006/relationships/image" Target="../media/image59.png"/><Relationship Id="rId43" Type="http://schemas.openxmlformats.org/officeDocument/2006/relationships/image" Target="../media/image63.png"/><Relationship Id="rId48" Type="http://schemas.openxmlformats.org/officeDocument/2006/relationships/customXml" Target="../ink/ink77.xml"/><Relationship Id="rId56" Type="http://schemas.openxmlformats.org/officeDocument/2006/relationships/customXml" Target="../ink/ink81.xml"/><Relationship Id="rId64" Type="http://schemas.openxmlformats.org/officeDocument/2006/relationships/customXml" Target="../ink/ink85.xml"/><Relationship Id="rId8" Type="http://schemas.openxmlformats.org/officeDocument/2006/relationships/customXml" Target="../ink/ink57.xml"/><Relationship Id="rId51" Type="http://schemas.openxmlformats.org/officeDocument/2006/relationships/image" Target="../media/image67.png"/><Relationship Id="rId3" Type="http://schemas.openxmlformats.org/officeDocument/2006/relationships/image" Target="../media/image43.png"/><Relationship Id="rId12" Type="http://schemas.openxmlformats.org/officeDocument/2006/relationships/customXml" Target="../ink/ink59.xml"/><Relationship Id="rId17" Type="http://schemas.openxmlformats.org/officeDocument/2006/relationships/image" Target="../media/image50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72.xml"/><Relationship Id="rId46" Type="http://schemas.openxmlformats.org/officeDocument/2006/relationships/customXml" Target="../ink/ink76.xml"/><Relationship Id="rId59" Type="http://schemas.openxmlformats.org/officeDocument/2006/relationships/image" Target="../media/image71.png"/><Relationship Id="rId20" Type="http://schemas.openxmlformats.org/officeDocument/2006/relationships/customXml" Target="../ink/ink63.xml"/><Relationship Id="rId41" Type="http://schemas.openxmlformats.org/officeDocument/2006/relationships/image" Target="../media/image62.png"/><Relationship Id="rId54" Type="http://schemas.openxmlformats.org/officeDocument/2006/relationships/customXml" Target="../ink/ink80.xml"/><Relationship Id="rId62" Type="http://schemas.openxmlformats.org/officeDocument/2006/relationships/customXml" Target="../ink/ink8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15" Type="http://schemas.openxmlformats.org/officeDocument/2006/relationships/image" Target="../media/image49.png"/><Relationship Id="rId23" Type="http://schemas.openxmlformats.org/officeDocument/2006/relationships/image" Target="../media/image53.png"/><Relationship Id="rId28" Type="http://schemas.openxmlformats.org/officeDocument/2006/relationships/customXml" Target="../ink/ink67.xml"/><Relationship Id="rId36" Type="http://schemas.openxmlformats.org/officeDocument/2006/relationships/customXml" Target="../ink/ink71.xml"/><Relationship Id="rId49" Type="http://schemas.openxmlformats.org/officeDocument/2006/relationships/image" Target="../media/image66.png"/><Relationship Id="rId57" Type="http://schemas.openxmlformats.org/officeDocument/2006/relationships/image" Target="../media/image70.png"/><Relationship Id="rId10" Type="http://schemas.openxmlformats.org/officeDocument/2006/relationships/customXml" Target="../ink/ink58.xml"/><Relationship Id="rId31" Type="http://schemas.openxmlformats.org/officeDocument/2006/relationships/image" Target="../media/image57.png"/><Relationship Id="rId44" Type="http://schemas.openxmlformats.org/officeDocument/2006/relationships/customXml" Target="../ink/ink75.xml"/><Relationship Id="rId52" Type="http://schemas.openxmlformats.org/officeDocument/2006/relationships/customXml" Target="../ink/ink79.xml"/><Relationship Id="rId60" Type="http://schemas.openxmlformats.org/officeDocument/2006/relationships/customXml" Target="../ink/ink83.xml"/><Relationship Id="rId4" Type="http://schemas.openxmlformats.org/officeDocument/2006/relationships/customXml" Target="../ink/ink55.xml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3483A0-A0A4-D79A-0788-7D49684178EB}"/>
              </a:ext>
            </a:extLst>
          </p:cNvPr>
          <p:cNvSpPr txBox="1"/>
          <p:nvPr/>
        </p:nvSpPr>
        <p:spPr>
          <a:xfrm>
            <a:off x="391646" y="276589"/>
            <a:ext cx="60948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to build: https://percy.readthedocs.io/en/latest/installation.html</a:t>
            </a:r>
          </a:p>
          <a:p>
            <a:endParaRPr lang="en-US" dirty="0"/>
          </a:p>
          <a:p>
            <a:r>
              <a:rPr lang="en-US" dirty="0"/>
              <a:t>Input files: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Primitives.txt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truth_tables.txt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Synthesis_Settings.txt</a:t>
            </a:r>
          </a:p>
          <a:p>
            <a:r>
              <a:rPr lang="en-US" dirty="0"/>
              <a:t>Output Files: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Synthesis_log.txt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Synthesis_result.txt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3DE2CE-AAA3-A34A-C48C-024134CF82D5}"/>
              </a:ext>
            </a:extLst>
          </p:cNvPr>
          <p:cNvSpPr txBox="1"/>
          <p:nvPr/>
        </p:nvSpPr>
        <p:spPr>
          <a:xfrm>
            <a:off x="391646" y="3415527"/>
            <a:ext cx="40089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Commands to build project in Ubuntu:</a:t>
            </a:r>
          </a:p>
          <a:p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gcc</a:t>
            </a:r>
            <a:endParaRPr lang="en-US" dirty="0"/>
          </a:p>
          <a:p>
            <a:r>
              <a:rPr lang="en-US" dirty="0"/>
              <a:t>cd /</a:t>
            </a:r>
            <a:r>
              <a:rPr lang="en-US" dirty="0" err="1"/>
              <a:t>mnt</a:t>
            </a:r>
            <a:r>
              <a:rPr lang="en-US" dirty="0"/>
              <a:t>/</a:t>
            </a:r>
            <a:r>
              <a:rPr lang="en-US" dirty="0" err="1"/>
              <a:t>your_path</a:t>
            </a:r>
            <a:r>
              <a:rPr lang="en-US" dirty="0"/>
              <a:t>/</a:t>
            </a:r>
            <a:r>
              <a:rPr lang="en-US" dirty="0" err="1"/>
              <a:t>percy-linux</a:t>
            </a:r>
            <a:r>
              <a:rPr lang="en-US" dirty="0"/>
              <a:t>/build</a:t>
            </a:r>
          </a:p>
          <a:p>
            <a:r>
              <a:rPr lang="en-US" dirty="0" err="1"/>
              <a:t>mkdir</a:t>
            </a:r>
            <a:r>
              <a:rPr lang="en-US" dirty="0"/>
              <a:t> build</a:t>
            </a:r>
          </a:p>
          <a:p>
            <a:r>
              <a:rPr lang="en-US" dirty="0"/>
              <a:t>Cd build</a:t>
            </a:r>
          </a:p>
          <a:p>
            <a:r>
              <a:rPr lang="en-US" dirty="0" err="1"/>
              <a:t>cmake</a:t>
            </a:r>
            <a:r>
              <a:rPr lang="en-US" dirty="0"/>
              <a:t> -DPERCY_TEST=ON –G</a:t>
            </a:r>
          </a:p>
          <a:p>
            <a:r>
              <a:rPr lang="en-US" dirty="0"/>
              <a:t>make</a:t>
            </a:r>
          </a:p>
          <a:p>
            <a:r>
              <a:rPr lang="en-US" dirty="0"/>
              <a:t>make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931417-3C43-E18D-662F-3DF5A6C44DCD}"/>
              </a:ext>
            </a:extLst>
          </p:cNvPr>
          <p:cNvSpPr txBox="1"/>
          <p:nvPr/>
        </p:nvSpPr>
        <p:spPr>
          <a:xfrm>
            <a:off x="391646" y="6013529"/>
            <a:ext cx="3845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generated exe file ‘</a:t>
            </a:r>
            <a:r>
              <a:rPr lang="en-US" dirty="0" err="1"/>
              <a:t>synthesis_LUT</a:t>
            </a:r>
            <a:r>
              <a:rPr lang="en-US" dirty="0"/>
              <a:t>’ is located in ./build/test/</a:t>
            </a:r>
          </a:p>
        </p:txBody>
      </p:sp>
    </p:spTree>
    <p:extLst>
      <p:ext uri="{BB962C8B-B14F-4D97-AF65-F5344CB8AC3E}">
        <p14:creationId xmlns:p14="http://schemas.microsoft.com/office/powerpoint/2010/main" val="1390455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6BD7-88EC-F0EE-2917-AF9C34B3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Primitives.txt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7CC1FB-D862-7A1E-8F2A-A2F905EE35FA}"/>
              </a:ext>
            </a:extLst>
          </p:cNvPr>
          <p:cNvSpPr txBox="1"/>
          <p:nvPr/>
        </p:nvSpPr>
        <p:spPr>
          <a:xfrm>
            <a:off x="838200" y="1717582"/>
            <a:ext cx="591670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 // number of primitives(operators) in library </a:t>
            </a:r>
          </a:p>
          <a:p>
            <a:r>
              <a:rPr lang="en-US" dirty="0"/>
              <a:t>2 // truth table of the library</a:t>
            </a:r>
          </a:p>
          <a:p>
            <a:r>
              <a:rPr lang="en-US" dirty="0"/>
              <a:t>4 // truth table of the library</a:t>
            </a:r>
          </a:p>
          <a:p>
            <a:r>
              <a:rPr lang="en-US" dirty="0"/>
              <a:t>6  // truth table of the library</a:t>
            </a:r>
          </a:p>
          <a:p>
            <a:r>
              <a:rPr lang="en-US" dirty="0"/>
              <a:t>8 // truth table of the library</a:t>
            </a:r>
          </a:p>
          <a:p>
            <a:r>
              <a:rPr lang="en-US" dirty="0"/>
              <a:t>A // truth table of the library</a:t>
            </a:r>
          </a:p>
          <a:p>
            <a:r>
              <a:rPr lang="en-US" dirty="0"/>
              <a:t>C // truth table of the library</a:t>
            </a:r>
          </a:p>
          <a:p>
            <a:r>
              <a:rPr lang="en-US" dirty="0"/>
              <a:t>E // truth table of the library</a:t>
            </a:r>
          </a:p>
          <a:p>
            <a:r>
              <a:rPr lang="en-US" dirty="0"/>
              <a:t>2 // </a:t>
            </a:r>
            <a:r>
              <a:rPr lang="en-US" dirty="0" err="1"/>
              <a:t>fanins</a:t>
            </a:r>
            <a:r>
              <a:rPr lang="en-US" dirty="0"/>
              <a:t> number of the operator</a:t>
            </a:r>
          </a:p>
          <a:p>
            <a:r>
              <a:rPr lang="en-US" dirty="0"/>
              <a:t>2 // </a:t>
            </a:r>
            <a:r>
              <a:rPr lang="en-US" dirty="0" err="1"/>
              <a:t>fanins</a:t>
            </a:r>
            <a:r>
              <a:rPr lang="en-US" dirty="0"/>
              <a:t> number of the operator</a:t>
            </a:r>
          </a:p>
          <a:p>
            <a:r>
              <a:rPr lang="en-US" dirty="0"/>
              <a:t>2 // </a:t>
            </a:r>
            <a:r>
              <a:rPr lang="en-US" dirty="0" err="1"/>
              <a:t>fanins</a:t>
            </a:r>
            <a:r>
              <a:rPr lang="en-US" dirty="0"/>
              <a:t> number of the operator</a:t>
            </a:r>
          </a:p>
          <a:p>
            <a:r>
              <a:rPr lang="en-US" dirty="0"/>
              <a:t>2 // </a:t>
            </a:r>
            <a:r>
              <a:rPr lang="en-US" dirty="0" err="1"/>
              <a:t>fanins</a:t>
            </a:r>
            <a:r>
              <a:rPr lang="en-US" dirty="0"/>
              <a:t> number of the operator</a:t>
            </a:r>
          </a:p>
          <a:p>
            <a:r>
              <a:rPr lang="en-US" dirty="0"/>
              <a:t>2 // </a:t>
            </a:r>
            <a:r>
              <a:rPr lang="en-US" dirty="0" err="1"/>
              <a:t>fanins</a:t>
            </a:r>
            <a:r>
              <a:rPr lang="en-US" dirty="0"/>
              <a:t> number of the operator</a:t>
            </a:r>
          </a:p>
          <a:p>
            <a:r>
              <a:rPr lang="en-US" dirty="0"/>
              <a:t>2 // </a:t>
            </a:r>
            <a:r>
              <a:rPr lang="en-US" dirty="0" err="1"/>
              <a:t>fanins</a:t>
            </a:r>
            <a:r>
              <a:rPr lang="en-US" dirty="0"/>
              <a:t> number of the operator</a:t>
            </a:r>
          </a:p>
          <a:p>
            <a:r>
              <a:rPr lang="en-US" dirty="0"/>
              <a:t>2 // </a:t>
            </a:r>
            <a:r>
              <a:rPr lang="en-US" dirty="0" err="1"/>
              <a:t>fanins</a:t>
            </a:r>
            <a:r>
              <a:rPr lang="en-US" dirty="0"/>
              <a:t> number of the operator</a:t>
            </a:r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9BAC327E-E984-4011-196E-2A90E22B7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907178"/>
              </p:ext>
            </p:extLst>
          </p:nvPr>
        </p:nvGraphicFramePr>
        <p:xfrm>
          <a:off x="9512344" y="293407"/>
          <a:ext cx="2241740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435">
                  <a:extLst>
                    <a:ext uri="{9D8B030D-6E8A-4147-A177-3AD203B41FA5}">
                      <a16:colId xmlns:a16="http://schemas.microsoft.com/office/drawing/2014/main" val="483656430"/>
                    </a:ext>
                  </a:extLst>
                </a:gridCol>
                <a:gridCol w="560435">
                  <a:extLst>
                    <a:ext uri="{9D8B030D-6E8A-4147-A177-3AD203B41FA5}">
                      <a16:colId xmlns:a16="http://schemas.microsoft.com/office/drawing/2014/main" val="3639624704"/>
                    </a:ext>
                  </a:extLst>
                </a:gridCol>
                <a:gridCol w="560435">
                  <a:extLst>
                    <a:ext uri="{9D8B030D-6E8A-4147-A177-3AD203B41FA5}">
                      <a16:colId xmlns:a16="http://schemas.microsoft.com/office/drawing/2014/main" val="2388801761"/>
                    </a:ext>
                  </a:extLst>
                </a:gridCol>
                <a:gridCol w="560435">
                  <a:extLst>
                    <a:ext uri="{9D8B030D-6E8A-4147-A177-3AD203B41FA5}">
                      <a16:colId xmlns:a16="http://schemas.microsoft.com/office/drawing/2014/main" val="3942094413"/>
                    </a:ext>
                  </a:extLst>
                </a:gridCol>
              </a:tblGrid>
              <a:tr h="392133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Operator Name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TRUTH TABLE (BINARY)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dirty="0"/>
                        <a:t>TRUTH TABLE (HEX)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dirty="0"/>
                        <a:t>SET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384551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AND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1000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8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Set1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33035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OR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1110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E14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Set1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00112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XOR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0110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6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Set1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467380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NAND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0111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7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Set1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561556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NOR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0001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1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Set1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51377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XNOR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1001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9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Set1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735029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X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dirty="0"/>
                        <a:t>1010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A10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Set12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93263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Y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1100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C12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Set12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01802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-X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0101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5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Set12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171644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-Y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0011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3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Set12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297034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X&amp;-Y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0010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2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Set7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753408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-X&amp;Y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0100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4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Set7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758488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-X||Y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dirty="0"/>
                        <a:t>1011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B11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Set7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905282"/>
                  </a:ext>
                </a:extLst>
              </a:tr>
              <a:tr h="170930"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X||-Y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1101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D13</a:t>
                      </a:r>
                      <a:endParaRPr lang="zh-CN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700" dirty="0"/>
                        <a:t>Set7</a:t>
                      </a:r>
                      <a:endParaRPr lang="zh-CN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419326"/>
                  </a:ext>
                </a:extLst>
              </a:tr>
            </a:tbl>
          </a:graphicData>
        </a:graphic>
      </p:graphicFrame>
      <p:graphicFrame>
        <p:nvGraphicFramePr>
          <p:cNvPr id="8" name="表格 3">
            <a:extLst>
              <a:ext uri="{FF2B5EF4-FFF2-40B4-BE49-F238E27FC236}">
                <a16:creationId xmlns:a16="http://schemas.microsoft.com/office/drawing/2014/main" id="{A6F81CD3-F0B7-8093-D49F-D32A22B2C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11425"/>
              </p:ext>
            </p:extLst>
          </p:nvPr>
        </p:nvGraphicFramePr>
        <p:xfrm>
          <a:off x="9512344" y="3550285"/>
          <a:ext cx="152031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771">
                  <a:extLst>
                    <a:ext uri="{9D8B030D-6E8A-4147-A177-3AD203B41FA5}">
                      <a16:colId xmlns:a16="http://schemas.microsoft.com/office/drawing/2014/main" val="1479432052"/>
                    </a:ext>
                  </a:extLst>
                </a:gridCol>
                <a:gridCol w="506771">
                  <a:extLst>
                    <a:ext uri="{9D8B030D-6E8A-4147-A177-3AD203B41FA5}">
                      <a16:colId xmlns:a16="http://schemas.microsoft.com/office/drawing/2014/main" val="3153726739"/>
                    </a:ext>
                  </a:extLst>
                </a:gridCol>
                <a:gridCol w="506771">
                  <a:extLst>
                    <a:ext uri="{9D8B030D-6E8A-4147-A177-3AD203B41FA5}">
                      <a16:colId xmlns:a16="http://schemas.microsoft.com/office/drawing/2014/main" val="4072326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295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78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331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00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30297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C7A12C4-9E6F-86BD-AA84-BB7BB67E3413}"/>
              </a:ext>
            </a:extLst>
          </p:cNvPr>
          <p:cNvSpPr txBox="1"/>
          <p:nvPr/>
        </p:nvSpPr>
        <p:spPr>
          <a:xfrm>
            <a:off x="9512344" y="5476203"/>
            <a:ext cx="1011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X&amp;-Y = 2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2A080-774D-0672-07C9-2B996B06C09D}"/>
              </a:ext>
            </a:extLst>
          </p:cNvPr>
          <p:cNvSpPr txBox="1"/>
          <p:nvPr/>
        </p:nvSpPr>
        <p:spPr>
          <a:xfrm>
            <a:off x="11146962" y="5069541"/>
            <a:ext cx="61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Bit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CD97AF-3D7E-6527-68BC-159FA89281E0}"/>
              </a:ext>
            </a:extLst>
          </p:cNvPr>
          <p:cNvSpPr txBox="1"/>
          <p:nvPr/>
        </p:nvSpPr>
        <p:spPr>
          <a:xfrm>
            <a:off x="11161857" y="4700209"/>
            <a:ext cx="61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Bit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3B444C-19E5-B0E4-B111-60B6B195B9AE}"/>
              </a:ext>
            </a:extLst>
          </p:cNvPr>
          <p:cNvSpPr txBox="1"/>
          <p:nvPr/>
        </p:nvSpPr>
        <p:spPr>
          <a:xfrm>
            <a:off x="11161857" y="4330877"/>
            <a:ext cx="61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Bit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8C9565-45D2-4CB7-008A-DD291F84926A}"/>
              </a:ext>
            </a:extLst>
          </p:cNvPr>
          <p:cNvSpPr txBox="1"/>
          <p:nvPr/>
        </p:nvSpPr>
        <p:spPr>
          <a:xfrm>
            <a:off x="11161857" y="3955746"/>
            <a:ext cx="61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Bit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1D3484-253E-6B2A-D6F7-87852583F334}"/>
              </a:ext>
            </a:extLst>
          </p:cNvPr>
          <p:cNvCxnSpPr/>
          <p:nvPr/>
        </p:nvCxnSpPr>
        <p:spPr>
          <a:xfrm flipV="1">
            <a:off x="11113994" y="3550285"/>
            <a:ext cx="0" cy="1854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41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C05C-CFD4-EF46-DA8C-A36BE760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Synthesis_Settings.txt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D1E6F-D5BB-4B5C-40D3-C88DF46FCC33}"/>
              </a:ext>
            </a:extLst>
          </p:cNvPr>
          <p:cNvSpPr txBox="1"/>
          <p:nvPr/>
        </p:nvSpPr>
        <p:spPr>
          <a:xfrm>
            <a:off x="840441" y="1963271"/>
            <a:ext cx="57574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9</a:t>
            </a:r>
            <a:r>
              <a:rPr lang="en-US" dirty="0"/>
              <a:t> // </a:t>
            </a:r>
            <a:r>
              <a:rPr lang="en-US" dirty="0" err="1">
                <a:solidFill>
                  <a:srgbClr val="FF0000"/>
                </a:solidFill>
              </a:rPr>
              <a:t>InputNum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LUTOutputWidth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/>
                </a:solidFill>
              </a:rPr>
              <a:t>OutputNum</a:t>
            </a:r>
            <a:r>
              <a:rPr lang="en-US" dirty="0">
                <a:solidFill>
                  <a:schemeClr val="accent2"/>
                </a:solidFill>
              </a:rPr>
              <a:t>(real functions to be synthesized) </a:t>
            </a:r>
            <a:r>
              <a:rPr lang="en-US" dirty="0" err="1">
                <a:solidFill>
                  <a:schemeClr val="accent6"/>
                </a:solidFill>
              </a:rPr>
              <a:t>NodeNum</a:t>
            </a:r>
            <a:r>
              <a:rPr lang="en-US" dirty="0"/>
              <a:t> </a:t>
            </a:r>
          </a:p>
          <a:p>
            <a:r>
              <a:rPr lang="en-US" dirty="0"/>
              <a:t>// following are Vertices (Nodes) of Dag (with an order)</a:t>
            </a:r>
          </a:p>
          <a:p>
            <a:r>
              <a:rPr lang="en-US" dirty="0"/>
              <a:t>// which defines the topology of the LUT</a:t>
            </a:r>
          </a:p>
          <a:p>
            <a:r>
              <a:rPr lang="en-US" dirty="0"/>
              <a:t>0 0 // input0 = 1 onput1 = 2</a:t>
            </a:r>
          </a:p>
          <a:p>
            <a:r>
              <a:rPr lang="en-US" dirty="0"/>
              <a:t>0 0 // 0 means unknown primary input</a:t>
            </a:r>
          </a:p>
          <a:p>
            <a:r>
              <a:rPr lang="en-US" dirty="0"/>
              <a:t>0 0</a:t>
            </a:r>
          </a:p>
          <a:p>
            <a:r>
              <a:rPr lang="en-US" dirty="0"/>
              <a:t>1 2 // input0 = 1 onput1 = 2</a:t>
            </a:r>
          </a:p>
          <a:p>
            <a:r>
              <a:rPr lang="en-US" dirty="0"/>
              <a:t>2 3</a:t>
            </a:r>
          </a:p>
          <a:p>
            <a:r>
              <a:rPr lang="en-US" dirty="0"/>
              <a:t>1 3</a:t>
            </a:r>
          </a:p>
          <a:p>
            <a:r>
              <a:rPr lang="en-US" dirty="0"/>
              <a:t>4 5</a:t>
            </a:r>
          </a:p>
          <a:p>
            <a:r>
              <a:rPr lang="en-US" dirty="0"/>
              <a:t>5 6</a:t>
            </a:r>
          </a:p>
          <a:p>
            <a:r>
              <a:rPr lang="en-US" dirty="0"/>
              <a:t>4 6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3494D8A-D58F-BB4D-9B41-3C99E980623A}"/>
              </a:ext>
            </a:extLst>
          </p:cNvPr>
          <p:cNvSpPr/>
          <p:nvPr/>
        </p:nvSpPr>
        <p:spPr>
          <a:xfrm>
            <a:off x="6373271" y="3214429"/>
            <a:ext cx="1237129" cy="10421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A7B42E8-1DAF-39C8-B999-6019BF8C9156}"/>
                  </a:ext>
                </a:extLst>
              </p14:cNvPr>
              <p14:cNvContentPartPr/>
              <p14:nvPr/>
            </p14:nvContentPartPr>
            <p14:xfrm>
              <a:off x="8582906" y="1787791"/>
              <a:ext cx="83520" cy="91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A7B42E8-1DAF-39C8-B999-6019BF8C91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73906" y="1778791"/>
                <a:ext cx="1011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1A06889-2E69-820C-BDED-AC217F96FE5C}"/>
                  </a:ext>
                </a:extLst>
              </p14:cNvPr>
              <p14:cNvContentPartPr/>
              <p14:nvPr/>
            </p14:nvContentPartPr>
            <p14:xfrm>
              <a:off x="9581906" y="1769791"/>
              <a:ext cx="81720" cy="117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1A06889-2E69-820C-BDED-AC217F96FE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72945" y="1760791"/>
                <a:ext cx="99283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49199D-ED73-7A3C-566C-8C66EE84B5AB}"/>
                  </a:ext>
                </a:extLst>
              </p14:cNvPr>
              <p14:cNvContentPartPr/>
              <p14:nvPr/>
            </p14:nvContentPartPr>
            <p14:xfrm>
              <a:off x="10493786" y="1768711"/>
              <a:ext cx="77760" cy="140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49199D-ED73-7A3C-566C-8C66EE84B5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84744" y="1759711"/>
                <a:ext cx="95482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E1A3349-A9A3-9310-2207-F28795D882E9}"/>
                  </a:ext>
                </a:extLst>
              </p14:cNvPr>
              <p14:cNvContentPartPr/>
              <p14:nvPr/>
            </p14:nvContentPartPr>
            <p14:xfrm>
              <a:off x="10589186" y="3521191"/>
              <a:ext cx="110160" cy="129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E1A3349-A9A3-9310-2207-F28795D882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80186" y="3512191"/>
                <a:ext cx="1278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7D6D6F5-7970-5CE2-F721-04EA6332D368}"/>
                  </a:ext>
                </a:extLst>
              </p14:cNvPr>
              <p14:cNvContentPartPr/>
              <p14:nvPr/>
            </p14:nvContentPartPr>
            <p14:xfrm>
              <a:off x="10525106" y="2581951"/>
              <a:ext cx="90720" cy="110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7D6D6F5-7970-5CE2-F721-04EA6332D3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516142" y="2572951"/>
                <a:ext cx="10829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C3E5336-2B00-A591-1AC4-B39A953B19BF}"/>
                  </a:ext>
                </a:extLst>
              </p14:cNvPr>
              <p14:cNvContentPartPr/>
              <p14:nvPr/>
            </p14:nvContentPartPr>
            <p14:xfrm>
              <a:off x="8678306" y="3522631"/>
              <a:ext cx="104040" cy="102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C3E5336-2B00-A591-1AC4-B39A953B19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69275" y="3513631"/>
                <a:ext cx="121741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A19D2AC-1FC3-10B5-DFBC-A50AEAD184E1}"/>
                  </a:ext>
                </a:extLst>
              </p14:cNvPr>
              <p14:cNvContentPartPr/>
              <p14:nvPr/>
            </p14:nvContentPartPr>
            <p14:xfrm>
              <a:off x="9668306" y="3503911"/>
              <a:ext cx="141840" cy="121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A19D2AC-1FC3-10B5-DFBC-A50AEAD184E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659306" y="3494911"/>
                <a:ext cx="15948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6E651A9-9CD5-DB0E-C8F2-5CBDBDCDE333}"/>
                  </a:ext>
                </a:extLst>
              </p14:cNvPr>
              <p14:cNvContentPartPr/>
              <p14:nvPr/>
            </p14:nvContentPartPr>
            <p14:xfrm>
              <a:off x="8639426" y="2584471"/>
              <a:ext cx="84960" cy="133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6E651A9-9CD5-DB0E-C8F2-5CBDBDCDE33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30464" y="2575495"/>
                <a:ext cx="102526" cy="1511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EC49179-3EEC-D11D-6093-1C9E65341970}"/>
                  </a:ext>
                </a:extLst>
              </p14:cNvPr>
              <p14:cNvContentPartPr/>
              <p14:nvPr/>
            </p14:nvContentPartPr>
            <p14:xfrm>
              <a:off x="9617906" y="2568991"/>
              <a:ext cx="114480" cy="129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EC49179-3EEC-D11D-6093-1C9E6534197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608906" y="2559991"/>
                <a:ext cx="1321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4175A04-E5CD-7F4B-386A-E5B191A3035E}"/>
                  </a:ext>
                </a:extLst>
              </p14:cNvPr>
              <p14:cNvContentPartPr/>
              <p14:nvPr/>
            </p14:nvContentPartPr>
            <p14:xfrm>
              <a:off x="8697386" y="2748271"/>
              <a:ext cx="51120" cy="691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4175A04-E5CD-7F4B-386A-E5B191A3035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88386" y="2739271"/>
                <a:ext cx="68760" cy="70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3E12DA3-E872-EAAF-E721-8CCD37744122}"/>
                  </a:ext>
                </a:extLst>
              </p14:cNvPr>
              <p14:cNvContentPartPr/>
              <p14:nvPr/>
            </p14:nvContentPartPr>
            <p14:xfrm>
              <a:off x="8773706" y="2754391"/>
              <a:ext cx="968760" cy="695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3E12DA3-E872-EAAF-E721-8CCD3774412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764703" y="2745391"/>
                <a:ext cx="986407" cy="71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D888D69-3472-A1A1-50B9-8F7B06F5F8D5}"/>
                  </a:ext>
                </a:extLst>
              </p14:cNvPr>
              <p14:cNvContentPartPr/>
              <p14:nvPr/>
            </p14:nvContentPartPr>
            <p14:xfrm>
              <a:off x="9668306" y="2735671"/>
              <a:ext cx="31320" cy="718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D888D69-3472-A1A1-50B9-8F7B06F5F8D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659306" y="2726671"/>
                <a:ext cx="48960" cy="73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F586CF2-7F8B-9ADE-EAC9-90BAFD4388BD}"/>
                  </a:ext>
                </a:extLst>
              </p14:cNvPr>
              <p14:cNvContentPartPr/>
              <p14:nvPr/>
            </p14:nvContentPartPr>
            <p14:xfrm>
              <a:off x="9719786" y="2703631"/>
              <a:ext cx="899640" cy="752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F586CF2-7F8B-9ADE-EAC9-90BAFD4388B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710782" y="2694627"/>
                <a:ext cx="917287" cy="7704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2146CB-00FB-8AA3-6618-407DED514E74}"/>
                  </a:ext>
                </a:extLst>
              </p14:cNvPr>
              <p14:cNvContentPartPr/>
              <p14:nvPr/>
            </p14:nvContentPartPr>
            <p14:xfrm>
              <a:off x="8799626" y="2697151"/>
              <a:ext cx="1701720" cy="826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2146CB-00FB-8AA3-6618-407DED514E7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90628" y="2688151"/>
                <a:ext cx="1719356" cy="84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5550C75-D7F9-5040-A087-AA6390C52EA5}"/>
                  </a:ext>
                </a:extLst>
              </p14:cNvPr>
              <p14:cNvContentPartPr/>
              <p14:nvPr/>
            </p14:nvContentPartPr>
            <p14:xfrm>
              <a:off x="10645706" y="2691031"/>
              <a:ext cx="16200" cy="742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5550C75-D7F9-5040-A087-AA6390C52EA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636706" y="2682031"/>
                <a:ext cx="33840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0EA53F2-038B-D2E0-E39B-876D9DB5C7A2}"/>
                  </a:ext>
                </a:extLst>
              </p14:cNvPr>
              <p14:cNvContentPartPr/>
              <p14:nvPr/>
            </p14:nvContentPartPr>
            <p14:xfrm>
              <a:off x="8402546" y="3656191"/>
              <a:ext cx="276120" cy="331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0EA53F2-038B-D2E0-E39B-876D9DB5C7A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93546" y="3647191"/>
                <a:ext cx="29376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F9B7996-6BB3-1A16-011A-F4A65A869586}"/>
                  </a:ext>
                </a:extLst>
              </p14:cNvPr>
              <p14:cNvContentPartPr/>
              <p14:nvPr/>
            </p14:nvContentPartPr>
            <p14:xfrm>
              <a:off x="8710346" y="3650071"/>
              <a:ext cx="274680" cy="290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F9B7996-6BB3-1A16-011A-F4A65A86958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701346" y="3641060"/>
                <a:ext cx="292320" cy="307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19607F3-A9E1-4294-50EE-A2241C5CB689}"/>
                  </a:ext>
                </a:extLst>
              </p14:cNvPr>
              <p14:cNvContentPartPr/>
              <p14:nvPr/>
            </p14:nvContentPartPr>
            <p14:xfrm>
              <a:off x="8202026" y="4063711"/>
              <a:ext cx="185040" cy="177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19607F3-A9E1-4294-50EE-A2241C5CB68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193008" y="4054729"/>
                <a:ext cx="202714" cy="195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1025DAA-08E8-2697-5084-424D3D040587}"/>
                  </a:ext>
                </a:extLst>
              </p14:cNvPr>
              <p14:cNvContentPartPr/>
              <p14:nvPr/>
            </p14:nvContentPartPr>
            <p14:xfrm>
              <a:off x="9631226" y="3751591"/>
              <a:ext cx="108000" cy="2048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1025DAA-08E8-2697-5084-424D3D04058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622256" y="3742575"/>
                <a:ext cx="125581" cy="2225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9C78340-CB3D-A4A5-1DD9-B23C6FC2707A}"/>
                  </a:ext>
                </a:extLst>
              </p14:cNvPr>
              <p14:cNvContentPartPr/>
              <p14:nvPr/>
            </p14:nvContentPartPr>
            <p14:xfrm>
              <a:off x="9827786" y="3732511"/>
              <a:ext cx="183960" cy="222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9C78340-CB3D-A4A5-1DD9-B23C6FC2707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818768" y="3723511"/>
                <a:ext cx="201635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D80F87E-A113-E261-AE49-55F0269BDB05}"/>
                  </a:ext>
                </a:extLst>
              </p14:cNvPr>
              <p14:cNvContentPartPr/>
              <p14:nvPr/>
            </p14:nvContentPartPr>
            <p14:xfrm>
              <a:off x="10647146" y="3764191"/>
              <a:ext cx="69840" cy="2332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D80F87E-A113-E261-AE49-55F0269BDB0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638192" y="3755191"/>
                <a:ext cx="8739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87FE76A-4425-EB32-A348-30C47AA810D1}"/>
                  </a:ext>
                </a:extLst>
              </p14:cNvPr>
              <p14:cNvContentPartPr/>
              <p14:nvPr/>
            </p14:nvContentPartPr>
            <p14:xfrm>
              <a:off x="10742186" y="3726031"/>
              <a:ext cx="423720" cy="2862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87FE76A-4425-EB32-A348-30C47AA810D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733186" y="3717020"/>
                <a:ext cx="441360" cy="303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0979EC8-CCF0-65EA-2676-6FE1557AE80A}"/>
                  </a:ext>
                </a:extLst>
              </p14:cNvPr>
              <p14:cNvContentPartPr/>
              <p14:nvPr/>
            </p14:nvContentPartPr>
            <p14:xfrm>
              <a:off x="10669466" y="3662671"/>
              <a:ext cx="34920" cy="196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0979EC8-CCF0-65EA-2676-6FE1557AE80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60466" y="3653654"/>
                <a:ext cx="52560" cy="214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619155A-F3C3-9FDA-132F-A914E7136575}"/>
                  </a:ext>
                </a:extLst>
              </p14:cNvPr>
              <p14:cNvContentPartPr/>
              <p14:nvPr/>
            </p14:nvContentPartPr>
            <p14:xfrm>
              <a:off x="10704026" y="3662671"/>
              <a:ext cx="37440" cy="33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619155A-F3C3-9FDA-132F-A914E713657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694939" y="3653671"/>
                <a:ext cx="55251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562FE6D-86AA-5864-117E-499FBBE971B7}"/>
                  </a:ext>
                </a:extLst>
              </p14:cNvPr>
              <p14:cNvContentPartPr/>
              <p14:nvPr/>
            </p14:nvContentPartPr>
            <p14:xfrm>
              <a:off x="8461586" y="3287911"/>
              <a:ext cx="115560" cy="147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562FE6D-86AA-5864-117E-499FBBE971B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452586" y="3278889"/>
                <a:ext cx="133200" cy="165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A7B3FDB-7A35-0AC7-5336-853B3D12522D}"/>
                  </a:ext>
                </a:extLst>
              </p14:cNvPr>
              <p14:cNvContentPartPr/>
              <p14:nvPr/>
            </p14:nvContentPartPr>
            <p14:xfrm>
              <a:off x="9440426" y="3370351"/>
              <a:ext cx="128160" cy="1494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A7B3FDB-7A35-0AC7-5336-853B3D12522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431401" y="3361351"/>
                <a:ext cx="14585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35622BC-54B7-7EB6-09E8-288B0DEE2679}"/>
                  </a:ext>
                </a:extLst>
              </p14:cNvPr>
              <p14:cNvContentPartPr/>
              <p14:nvPr/>
            </p14:nvContentPartPr>
            <p14:xfrm>
              <a:off x="10356986" y="3395191"/>
              <a:ext cx="131400" cy="141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35622BC-54B7-7EB6-09E8-288B0DEE267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348011" y="3386191"/>
                <a:ext cx="148992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EE3BC17-395A-CC89-D6E1-7ADBBAE92A72}"/>
                  </a:ext>
                </a:extLst>
              </p14:cNvPr>
              <p14:cNvContentPartPr/>
              <p14:nvPr/>
            </p14:nvContentPartPr>
            <p14:xfrm>
              <a:off x="8437106" y="2309431"/>
              <a:ext cx="165600" cy="2505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EE3BC17-395A-CC89-D6E1-7ADBBAE92A7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428106" y="2300431"/>
                <a:ext cx="1832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877188E-BD62-9645-BD0A-731368F4E76F}"/>
                  </a:ext>
                </a:extLst>
              </p14:cNvPr>
              <p14:cNvContentPartPr/>
              <p14:nvPr/>
            </p14:nvContentPartPr>
            <p14:xfrm>
              <a:off x="8659226" y="1916311"/>
              <a:ext cx="23760" cy="618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877188E-BD62-9645-BD0A-731368F4E76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650088" y="1907311"/>
                <a:ext cx="41671" cy="6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7F8E797-DF9F-ECCF-49FB-28C532E6FC95}"/>
                  </a:ext>
                </a:extLst>
              </p14:cNvPr>
              <p14:cNvContentPartPr/>
              <p14:nvPr/>
            </p14:nvContentPartPr>
            <p14:xfrm>
              <a:off x="8678306" y="1928911"/>
              <a:ext cx="910080" cy="6080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7F8E797-DF9F-ECCF-49FB-28C532E6FC9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669302" y="1919916"/>
                <a:ext cx="927727" cy="625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F228AA6-2F3C-71F9-2A35-867B6987F72A}"/>
                  </a:ext>
                </a:extLst>
              </p14:cNvPr>
              <p14:cNvContentPartPr/>
              <p14:nvPr/>
            </p14:nvContentPartPr>
            <p14:xfrm>
              <a:off x="9637346" y="1922791"/>
              <a:ext cx="34920" cy="600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F228AA6-2F3C-71F9-2A35-867B6987F72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628252" y="1913786"/>
                <a:ext cx="52744" cy="617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D83C775-FAB2-4E2E-2676-3A69F7DD1478}"/>
                  </a:ext>
                </a:extLst>
              </p14:cNvPr>
              <p14:cNvContentPartPr/>
              <p14:nvPr/>
            </p14:nvContentPartPr>
            <p14:xfrm>
              <a:off x="9637346" y="1916311"/>
              <a:ext cx="866520" cy="6879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D83C775-FAB2-4E2E-2676-3A69F7DD147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628346" y="1907311"/>
                <a:ext cx="884160" cy="70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AD883F7-2DC8-5CF3-531E-533462F775B5}"/>
                  </a:ext>
                </a:extLst>
              </p14:cNvPr>
              <p14:cNvContentPartPr/>
              <p14:nvPr/>
            </p14:nvContentPartPr>
            <p14:xfrm>
              <a:off x="8716106" y="1859071"/>
              <a:ext cx="1708920" cy="7488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AD883F7-2DC8-5CF3-531E-533462F775B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07106" y="1850071"/>
                <a:ext cx="1726560" cy="76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8367DA9-5021-18EC-1D6B-EC387127E571}"/>
                  </a:ext>
                </a:extLst>
              </p14:cNvPr>
              <p14:cNvContentPartPr/>
              <p14:nvPr/>
            </p14:nvContentPartPr>
            <p14:xfrm>
              <a:off x="10532666" y="1954471"/>
              <a:ext cx="45000" cy="533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8367DA9-5021-18EC-1D6B-EC387127E57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23593" y="1945465"/>
                <a:ext cx="62782" cy="550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68AC713-7FA2-C2A0-1AE1-466F0A930ABB}"/>
                  </a:ext>
                </a:extLst>
              </p14:cNvPr>
              <p14:cNvContentPartPr/>
              <p14:nvPr/>
            </p14:nvContentPartPr>
            <p14:xfrm>
              <a:off x="9764426" y="2354431"/>
              <a:ext cx="1440" cy="1659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68AC713-7FA2-C2A0-1AE1-466F0A930AB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755426" y="2345431"/>
                <a:ext cx="1908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7325D9B-689B-65AA-15C1-7A58D9CED1DE}"/>
                  </a:ext>
                </a:extLst>
              </p14:cNvPr>
              <p14:cNvContentPartPr/>
              <p14:nvPr/>
            </p14:nvContentPartPr>
            <p14:xfrm>
              <a:off x="9852986" y="2364871"/>
              <a:ext cx="70920" cy="1314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7325D9B-689B-65AA-15C1-7A58D9CED1D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844031" y="2355871"/>
                <a:ext cx="88471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DD74D06-98DF-134C-7C9D-8AD34C47EE66}"/>
                  </a:ext>
                </a:extLst>
              </p14:cNvPr>
              <p14:cNvContentPartPr/>
              <p14:nvPr/>
            </p14:nvContentPartPr>
            <p14:xfrm>
              <a:off x="10704026" y="2386111"/>
              <a:ext cx="12600" cy="1076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DD74D06-98DF-134C-7C9D-8AD34C47EE6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694761" y="2377111"/>
                <a:ext cx="30759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49B88F5-7518-F35B-DC3E-C2104B05B133}"/>
                  </a:ext>
                </a:extLst>
              </p14:cNvPr>
              <p14:cNvContentPartPr/>
              <p14:nvPr/>
            </p14:nvContentPartPr>
            <p14:xfrm>
              <a:off x="10799426" y="2367031"/>
              <a:ext cx="5040" cy="1584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49B88F5-7518-F35B-DC3E-C2104B05B13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790426" y="2358031"/>
                <a:ext cx="22680" cy="17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E4A34468-07AE-7911-3A71-89C5D74A5750}"/>
              </a:ext>
            </a:extLst>
          </p:cNvPr>
          <p:cNvGrpSpPr/>
          <p:nvPr/>
        </p:nvGrpSpPr>
        <p:grpSpPr>
          <a:xfrm>
            <a:off x="10383986" y="1535431"/>
            <a:ext cx="237240" cy="186120"/>
            <a:chOff x="10519130" y="3403260"/>
            <a:chExt cx="23724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A45766F-3278-35D9-1B51-C513725A502B}"/>
                    </a:ext>
                  </a:extLst>
                </p14:cNvPr>
                <p14:cNvContentPartPr/>
                <p14:nvPr/>
              </p14:nvContentPartPr>
              <p14:xfrm>
                <a:off x="10519130" y="3415860"/>
                <a:ext cx="2880" cy="173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E48C6BF-E98A-D8D2-2C07-53505BD04B3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10490" y="3407220"/>
                  <a:ext cx="205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F2C6855-FA69-75C8-5459-C4D02C824BC5}"/>
                    </a:ext>
                  </a:extLst>
                </p14:cNvPr>
                <p14:cNvContentPartPr/>
                <p14:nvPr/>
              </p14:nvContentPartPr>
              <p14:xfrm>
                <a:off x="10580690" y="3409380"/>
                <a:ext cx="175680" cy="102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4337328-0D05-6C32-B8A8-2F1B5ADCF46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72050" y="3400740"/>
                  <a:ext cx="193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025FE9-FF3D-3C72-1E7C-60DC907AE691}"/>
                    </a:ext>
                  </a:extLst>
                </p14:cNvPr>
                <p14:cNvContentPartPr/>
                <p14:nvPr/>
              </p14:nvContentPartPr>
              <p14:xfrm>
                <a:off x="10661330" y="3403260"/>
                <a:ext cx="38520" cy="176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118D36F-C291-4B4B-54EF-8B30C9B6F25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652690" y="3394620"/>
                  <a:ext cx="5616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C797654-8FC6-8653-04C5-E0C435B0FC88}"/>
              </a:ext>
            </a:extLst>
          </p:cNvPr>
          <p:cNvGrpSpPr/>
          <p:nvPr/>
        </p:nvGrpSpPr>
        <p:grpSpPr>
          <a:xfrm>
            <a:off x="8386346" y="1263271"/>
            <a:ext cx="293040" cy="488880"/>
            <a:chOff x="8521490" y="3131100"/>
            <a:chExt cx="293040" cy="48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7B02BCF-D589-EFBB-6840-74BE38F3572A}"/>
                    </a:ext>
                  </a:extLst>
                </p14:cNvPr>
                <p14:cNvContentPartPr/>
                <p14:nvPr/>
              </p14:nvContentPartPr>
              <p14:xfrm>
                <a:off x="8521490" y="3441420"/>
                <a:ext cx="13320" cy="151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1E1C1EB-A4EE-BFCD-0124-0FE18281596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12850" y="3432780"/>
                  <a:ext cx="30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D93C57C-4884-667B-A5A4-D0F0696AE3CB}"/>
                    </a:ext>
                  </a:extLst>
                </p14:cNvPr>
                <p14:cNvContentPartPr/>
                <p14:nvPr/>
              </p14:nvContentPartPr>
              <p14:xfrm>
                <a:off x="8635610" y="3390660"/>
                <a:ext cx="171000" cy="159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D84F742-D98B-9CA5-A4E0-356ED3E35B3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26970" y="3381660"/>
                  <a:ext cx="1886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F1CDC64-A833-3D0D-334D-FBFC4E7FF416}"/>
                    </a:ext>
                  </a:extLst>
                </p14:cNvPr>
                <p14:cNvContentPartPr/>
                <p14:nvPr/>
              </p14:nvContentPartPr>
              <p14:xfrm>
                <a:off x="8781770" y="3131100"/>
                <a:ext cx="32760" cy="488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B44F7CE-58DD-4224-5DAD-A9AFFC09D0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73130" y="3122100"/>
                  <a:ext cx="50400" cy="50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E47C03D-29FC-F4BA-F413-0FC421989A9F}"/>
              </a:ext>
            </a:extLst>
          </p:cNvPr>
          <p:cNvGrpSpPr/>
          <p:nvPr/>
        </p:nvGrpSpPr>
        <p:grpSpPr>
          <a:xfrm>
            <a:off x="9433946" y="1375231"/>
            <a:ext cx="226800" cy="357480"/>
            <a:chOff x="9569090" y="3243060"/>
            <a:chExt cx="22680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A7E88BF-8071-BC61-BB57-7B884F963BBD}"/>
                    </a:ext>
                  </a:extLst>
                </p14:cNvPr>
                <p14:cNvContentPartPr/>
                <p14:nvPr/>
              </p14:nvContentPartPr>
              <p14:xfrm>
                <a:off x="9569090" y="3409380"/>
                <a:ext cx="360" cy="126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5747A96-D0B8-E681-43E1-AFE17D0D35E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60450" y="3400740"/>
                  <a:ext cx="18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7E2240B-1536-E24F-D3C3-17E465AC9712}"/>
                    </a:ext>
                  </a:extLst>
                </p14:cNvPr>
                <p14:cNvContentPartPr/>
                <p14:nvPr/>
              </p14:nvContentPartPr>
              <p14:xfrm>
                <a:off x="9614450" y="3397140"/>
                <a:ext cx="115200" cy="185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6688FB9-5837-82F1-C7CF-B3EDE038A1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05450" y="3388500"/>
                  <a:ext cx="1328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4109A66-02FE-30E8-EE13-6B4CBE70E168}"/>
                    </a:ext>
                  </a:extLst>
                </p14:cNvPr>
                <p14:cNvContentPartPr/>
                <p14:nvPr/>
              </p14:nvContentPartPr>
              <p14:xfrm>
                <a:off x="9778610" y="3243060"/>
                <a:ext cx="17280" cy="357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C84867D-91BD-453E-F4C4-5FDE3801AE3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69970" y="3234060"/>
                  <a:ext cx="34920" cy="37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D32A2F3-3FD7-0289-CEFE-96597227AC7B}"/>
                  </a:ext>
                </a:extLst>
              </p14:cNvPr>
              <p14:cNvContentPartPr/>
              <p14:nvPr/>
            </p14:nvContentPartPr>
            <p14:xfrm>
              <a:off x="10589546" y="1370911"/>
              <a:ext cx="39240" cy="3744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D32A2F3-3FD7-0289-CEFE-96597227AC7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580628" y="1361911"/>
                <a:ext cx="5672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FE1F6A6-74B1-3ADD-A7AF-7F8885F87384}"/>
                  </a:ext>
                </a:extLst>
              </p14:cNvPr>
              <p14:cNvContentPartPr/>
              <p14:nvPr/>
            </p14:nvContentPartPr>
            <p14:xfrm>
              <a:off x="8927322" y="4046696"/>
              <a:ext cx="156600" cy="209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FE1F6A6-74B1-3ADD-A7AF-7F8885F8738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918682" y="4038056"/>
                <a:ext cx="1742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505E92C-885F-BC2B-976D-C52C74C60260}"/>
                  </a:ext>
                </a:extLst>
              </p14:cNvPr>
              <p14:cNvContentPartPr/>
              <p14:nvPr/>
            </p14:nvContentPartPr>
            <p14:xfrm>
              <a:off x="9321389" y="4063711"/>
              <a:ext cx="185040" cy="1774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505E92C-885F-BC2B-976D-C52C74C6026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312371" y="4054729"/>
                <a:ext cx="202714" cy="195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B97D62C-A023-240D-0799-E28C8BFA09B3}"/>
                  </a:ext>
                </a:extLst>
              </p14:cNvPr>
              <p14:cNvContentPartPr/>
              <p14:nvPr/>
            </p14:nvContentPartPr>
            <p14:xfrm>
              <a:off x="10046685" y="4046696"/>
              <a:ext cx="156600" cy="209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B97D62C-A023-240D-0799-E28C8BFA09B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038045" y="4038056"/>
                <a:ext cx="1742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17700AB-30E2-35CA-D8A1-422EA0A3C72D}"/>
                  </a:ext>
                </a:extLst>
              </p14:cNvPr>
              <p14:cNvContentPartPr/>
              <p14:nvPr/>
            </p14:nvContentPartPr>
            <p14:xfrm>
              <a:off x="10469663" y="4116006"/>
              <a:ext cx="185040" cy="1774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17700AB-30E2-35CA-D8A1-422EA0A3C72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460645" y="4107024"/>
                <a:ext cx="202714" cy="195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9C5C6DF-9A8F-B970-8722-093498A82D34}"/>
                  </a:ext>
                </a:extLst>
              </p14:cNvPr>
              <p14:cNvContentPartPr/>
              <p14:nvPr/>
            </p14:nvContentPartPr>
            <p14:xfrm>
              <a:off x="11194959" y="4098991"/>
              <a:ext cx="156600" cy="2098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9C5C6DF-9A8F-B970-8722-093498A82D3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1186319" y="4090351"/>
                <a:ext cx="174240" cy="22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5145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D57B-CC4D-FCFB-F572-B422A3B4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683C3-D09F-5D0F-0B6B-43642005AC02}"/>
              </a:ext>
            </a:extLst>
          </p:cNvPr>
          <p:cNvSpPr txBox="1"/>
          <p:nvPr/>
        </p:nvSpPr>
        <p:spPr>
          <a:xfrm>
            <a:off x="504266" y="1801906"/>
            <a:ext cx="1452282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Primitives.txt</a:t>
            </a:r>
          </a:p>
          <a:p>
            <a:r>
              <a:rPr lang="en-US" dirty="0"/>
              <a:t>7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8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C</a:t>
            </a:r>
          </a:p>
          <a:p>
            <a:r>
              <a:rPr lang="en-US" dirty="0"/>
              <a:t>E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DF25F6-48C2-DE02-1972-9145782ED043}"/>
              </a:ext>
            </a:extLst>
          </p:cNvPr>
          <p:cNvSpPr txBox="1"/>
          <p:nvPr/>
        </p:nvSpPr>
        <p:spPr>
          <a:xfrm>
            <a:off x="2279275" y="1801906"/>
            <a:ext cx="2252383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Synthesis_settings.txt</a:t>
            </a:r>
          </a:p>
          <a:p>
            <a:r>
              <a:rPr lang="en-US" dirty="0"/>
              <a:t>6 3 3 9</a:t>
            </a:r>
          </a:p>
          <a:p>
            <a:r>
              <a:rPr lang="en-US" dirty="0"/>
              <a:t>0 0</a:t>
            </a:r>
          </a:p>
          <a:p>
            <a:r>
              <a:rPr lang="en-US" dirty="0"/>
              <a:t>0 0</a:t>
            </a:r>
          </a:p>
          <a:p>
            <a:r>
              <a:rPr lang="en-US" dirty="0"/>
              <a:t>0 0</a:t>
            </a:r>
          </a:p>
          <a:p>
            <a:r>
              <a:rPr lang="en-US" dirty="0"/>
              <a:t>1 2</a:t>
            </a:r>
          </a:p>
          <a:p>
            <a:r>
              <a:rPr lang="en-US" dirty="0"/>
              <a:t>2 3</a:t>
            </a:r>
          </a:p>
          <a:p>
            <a:r>
              <a:rPr lang="en-US" dirty="0"/>
              <a:t>1 3</a:t>
            </a:r>
          </a:p>
          <a:p>
            <a:r>
              <a:rPr lang="en-US" dirty="0"/>
              <a:t>4 5</a:t>
            </a:r>
          </a:p>
          <a:p>
            <a:r>
              <a:rPr lang="en-US" dirty="0"/>
              <a:t>5 6</a:t>
            </a:r>
          </a:p>
          <a:p>
            <a:r>
              <a:rPr lang="en-US" dirty="0"/>
              <a:t>4 6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71EE5-D464-D67D-FEB9-7549288CBDBE}"/>
              </a:ext>
            </a:extLst>
          </p:cNvPr>
          <p:cNvSpPr txBox="1"/>
          <p:nvPr/>
        </p:nvSpPr>
        <p:spPr>
          <a:xfrm>
            <a:off x="2279275" y="5125892"/>
            <a:ext cx="24994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truth_tables.txt</a:t>
            </a:r>
          </a:p>
          <a:p>
            <a:r>
              <a:rPr lang="en-US" dirty="0"/>
              <a:t>0000000000000001</a:t>
            </a:r>
          </a:p>
          <a:p>
            <a:r>
              <a:rPr lang="en-US" dirty="0"/>
              <a:t>0001000100010001</a:t>
            </a:r>
          </a:p>
          <a:p>
            <a:r>
              <a:rPr lang="en-US" dirty="0"/>
              <a:t>000000000000111E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F08C9F5-1FD5-800A-CDCA-1530080EFDE3}"/>
              </a:ext>
            </a:extLst>
          </p:cNvPr>
          <p:cNvSpPr/>
          <p:nvPr/>
        </p:nvSpPr>
        <p:spPr>
          <a:xfrm>
            <a:off x="4854385" y="3371566"/>
            <a:ext cx="2662518" cy="8239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BDBE9C-2536-EF5D-E052-7E8446F30753}"/>
              </a:ext>
            </a:extLst>
          </p:cNvPr>
          <p:cNvSpPr txBox="1"/>
          <p:nvPr/>
        </p:nvSpPr>
        <p:spPr>
          <a:xfrm>
            <a:off x="8001000" y="138066"/>
            <a:ext cx="22994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Synthesis_log.txt</a:t>
            </a:r>
          </a:p>
          <a:p>
            <a:r>
              <a:rPr lang="en-US" dirty="0"/>
              <a:t>Synthesis succeeded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47E22-AB86-BFCC-BBFD-7632D8692884}"/>
              </a:ext>
            </a:extLst>
          </p:cNvPr>
          <p:cNvSpPr txBox="1"/>
          <p:nvPr/>
        </p:nvSpPr>
        <p:spPr>
          <a:xfrm>
            <a:off x="8001000" y="887458"/>
            <a:ext cx="3576917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Synthesis_result.txt</a:t>
            </a:r>
          </a:p>
          <a:p>
            <a:r>
              <a:rPr lang="en-US" dirty="0"/>
              <a:t>Truth Table: </a:t>
            </a:r>
          </a:p>
          <a:p>
            <a:r>
              <a:rPr lang="en-US" dirty="0"/>
              <a:t>0000000000000001</a:t>
            </a:r>
          </a:p>
          <a:p>
            <a:r>
              <a:rPr lang="en-US" dirty="0"/>
              <a:t>0001000100010001</a:t>
            </a:r>
          </a:p>
          <a:p>
            <a:r>
              <a:rPr lang="en-US" dirty="0"/>
              <a:t>000000000000111E</a:t>
            </a:r>
          </a:p>
          <a:p>
            <a:r>
              <a:rPr lang="en-US" dirty="0"/>
              <a:t>Input number: 6</a:t>
            </a:r>
          </a:p>
          <a:p>
            <a:r>
              <a:rPr lang="en-US" dirty="0"/>
              <a:t>Inputs: </a:t>
            </a:r>
          </a:p>
          <a:p>
            <a:r>
              <a:rPr lang="en-US" dirty="0"/>
              <a:t>2 3 6</a:t>
            </a:r>
          </a:p>
          <a:p>
            <a:r>
              <a:rPr lang="en-US" dirty="0"/>
              <a:t>0 1 7</a:t>
            </a:r>
          </a:p>
          <a:p>
            <a:r>
              <a:rPr lang="en-US" dirty="0"/>
              <a:t>4 5 8</a:t>
            </a:r>
          </a:p>
          <a:p>
            <a:r>
              <a:rPr lang="en-US" dirty="0"/>
              <a:t>6 7 9</a:t>
            </a:r>
          </a:p>
          <a:p>
            <a:r>
              <a:rPr lang="en-US" dirty="0"/>
              <a:t>7 8 10</a:t>
            </a:r>
          </a:p>
          <a:p>
            <a:r>
              <a:rPr lang="en-US" dirty="0"/>
              <a:t>6 8 11</a:t>
            </a:r>
          </a:p>
          <a:p>
            <a:r>
              <a:rPr lang="en-US" dirty="0"/>
              <a:t>9 10 12</a:t>
            </a:r>
          </a:p>
          <a:p>
            <a:r>
              <a:rPr lang="en-US" dirty="0"/>
              <a:t>10 11 13</a:t>
            </a:r>
          </a:p>
          <a:p>
            <a:r>
              <a:rPr lang="en-US" dirty="0"/>
              <a:t>9 11 </a:t>
            </a:r>
            <a:r>
              <a:rPr lang="en-US" dirty="0">
                <a:solidFill>
                  <a:srgbClr val="FF0000"/>
                </a:solidFill>
              </a:rPr>
              <a:t>14</a:t>
            </a:r>
          </a:p>
          <a:p>
            <a:r>
              <a:rPr lang="en-US" dirty="0"/>
              <a:t>Operators: </a:t>
            </a:r>
          </a:p>
          <a:p>
            <a:r>
              <a:rPr lang="en-US" dirty="0"/>
              <a:t>14 14 14 14 14 14 10 6 14 </a:t>
            </a:r>
          </a:p>
          <a:p>
            <a:r>
              <a:rPr lang="en-US" dirty="0"/>
              <a:t>Outputs: 3</a:t>
            </a:r>
          </a:p>
          <a:p>
            <a:r>
              <a:rPr lang="en-US" dirty="0"/>
              <a:t>14(inv) 12(inv) 13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F29F90-7B0F-C9B0-D469-E9950FD2C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483" y="5078137"/>
            <a:ext cx="2201693" cy="1395439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41072768-BC6D-C724-749E-A0F676282FF9}"/>
              </a:ext>
            </a:extLst>
          </p:cNvPr>
          <p:cNvSpPr/>
          <p:nvPr/>
        </p:nvSpPr>
        <p:spPr>
          <a:xfrm rot="10800000">
            <a:off x="4854385" y="5627594"/>
            <a:ext cx="311098" cy="154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E3ED50-4677-ED82-13BF-4B6B07AFD01B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181727" y="3424260"/>
            <a:ext cx="2404220" cy="2788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4B10D1-3AB8-7350-7B42-CC3DE7E060C9}"/>
              </a:ext>
            </a:extLst>
          </p:cNvPr>
          <p:cNvSpPr txBox="1"/>
          <p:nvPr/>
        </p:nvSpPr>
        <p:spPr>
          <a:xfrm>
            <a:off x="4778747" y="531160"/>
            <a:ext cx="280596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(inv) means this output should be inversed, you may add an inverter or simply integrate the inversion to the operator of a node, for example, change the operator of node </a:t>
            </a:r>
            <a:r>
              <a:rPr lang="en-US" sz="1400" dirty="0">
                <a:solidFill>
                  <a:srgbClr val="FF0000"/>
                </a:solidFill>
              </a:rPr>
              <a:t>14</a:t>
            </a:r>
            <a:r>
              <a:rPr lang="en-US" sz="1400" dirty="0"/>
              <a:t> from OR(</a:t>
            </a:r>
            <a:r>
              <a:rPr lang="en-US" sz="1400" dirty="0" err="1"/>
              <a:t>tt</a:t>
            </a:r>
            <a:r>
              <a:rPr lang="en-US" sz="1400" dirty="0"/>
              <a:t>=14) to NOR(</a:t>
            </a:r>
            <a:r>
              <a:rPr lang="en-US" sz="1400" dirty="0" err="1"/>
              <a:t>tt</a:t>
            </a:r>
            <a:r>
              <a:rPr lang="en-US" sz="1400" dirty="0"/>
              <a:t>=1). Note that this is not applicable if both inversed and none-inversed output of this node are required by another node or an output, for example:</a:t>
            </a:r>
          </a:p>
          <a:p>
            <a:r>
              <a:rPr lang="en-US" sz="1400" dirty="0"/>
              <a:t>Outputs: 2</a:t>
            </a:r>
          </a:p>
          <a:p>
            <a:r>
              <a:rPr lang="en-US" sz="1400" dirty="0"/>
              <a:t>13(inv) 13</a:t>
            </a:r>
          </a:p>
        </p:txBody>
      </p:sp>
    </p:spTree>
    <p:extLst>
      <p:ext uri="{BB962C8B-B14F-4D97-AF65-F5344CB8AC3E}">
        <p14:creationId xmlns:p14="http://schemas.microsoft.com/office/powerpoint/2010/main" val="166351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D57B-CC4D-FCFB-F572-B422A3B4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75528" cy="1325563"/>
          </a:xfrm>
        </p:spPr>
        <p:txBody>
          <a:bodyPr/>
          <a:lstStyle/>
          <a:p>
            <a:r>
              <a:rPr lang="en-US" dirty="0"/>
              <a:t>Test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683C3-D09F-5D0F-0B6B-43642005AC02}"/>
              </a:ext>
            </a:extLst>
          </p:cNvPr>
          <p:cNvSpPr txBox="1"/>
          <p:nvPr/>
        </p:nvSpPr>
        <p:spPr>
          <a:xfrm>
            <a:off x="504266" y="1801906"/>
            <a:ext cx="1452282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Primitives.txt</a:t>
            </a:r>
          </a:p>
          <a:p>
            <a:r>
              <a:rPr lang="en-US" dirty="0"/>
              <a:t>7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8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C</a:t>
            </a:r>
          </a:p>
          <a:p>
            <a:r>
              <a:rPr lang="en-US" dirty="0"/>
              <a:t>E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DF25F6-48C2-DE02-1972-9145782ED043}"/>
              </a:ext>
            </a:extLst>
          </p:cNvPr>
          <p:cNvSpPr txBox="1"/>
          <p:nvPr/>
        </p:nvSpPr>
        <p:spPr>
          <a:xfrm>
            <a:off x="2279275" y="1801906"/>
            <a:ext cx="2252383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Synthesis_settings.txt</a:t>
            </a:r>
          </a:p>
          <a:p>
            <a:r>
              <a:rPr lang="en-US" dirty="0"/>
              <a:t>6 3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 9</a:t>
            </a:r>
          </a:p>
          <a:p>
            <a:r>
              <a:rPr lang="en-US" dirty="0"/>
              <a:t>0 0</a:t>
            </a:r>
          </a:p>
          <a:p>
            <a:r>
              <a:rPr lang="en-US" dirty="0"/>
              <a:t>0 0</a:t>
            </a:r>
          </a:p>
          <a:p>
            <a:r>
              <a:rPr lang="en-US" dirty="0"/>
              <a:t>0 0</a:t>
            </a:r>
          </a:p>
          <a:p>
            <a:r>
              <a:rPr lang="en-US" dirty="0"/>
              <a:t>1 2</a:t>
            </a:r>
          </a:p>
          <a:p>
            <a:r>
              <a:rPr lang="en-US" dirty="0"/>
              <a:t>2 3</a:t>
            </a:r>
          </a:p>
          <a:p>
            <a:r>
              <a:rPr lang="en-US" dirty="0"/>
              <a:t>1 3</a:t>
            </a:r>
          </a:p>
          <a:p>
            <a:r>
              <a:rPr lang="en-US" dirty="0"/>
              <a:t>4 5</a:t>
            </a:r>
          </a:p>
          <a:p>
            <a:r>
              <a:rPr lang="en-US" dirty="0"/>
              <a:t>5 6</a:t>
            </a:r>
          </a:p>
          <a:p>
            <a:r>
              <a:rPr lang="en-US" dirty="0"/>
              <a:t>4 6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71EE5-D464-D67D-FEB9-7549288CBDBE}"/>
              </a:ext>
            </a:extLst>
          </p:cNvPr>
          <p:cNvSpPr txBox="1"/>
          <p:nvPr/>
        </p:nvSpPr>
        <p:spPr>
          <a:xfrm>
            <a:off x="2279275" y="5125892"/>
            <a:ext cx="24994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truth_tables.txt</a:t>
            </a:r>
          </a:p>
          <a:p>
            <a:r>
              <a:rPr lang="en-US" dirty="0">
                <a:solidFill>
                  <a:srgbClr val="FF0000"/>
                </a:solidFill>
              </a:rPr>
              <a:t>000000000000FFFF</a:t>
            </a:r>
          </a:p>
          <a:p>
            <a:r>
              <a:rPr lang="en-US" dirty="0">
                <a:solidFill>
                  <a:srgbClr val="FF0000"/>
                </a:solidFill>
              </a:rPr>
              <a:t>0001000100010001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F08C9F5-1FD5-800A-CDCA-1530080EFDE3}"/>
              </a:ext>
            </a:extLst>
          </p:cNvPr>
          <p:cNvSpPr/>
          <p:nvPr/>
        </p:nvSpPr>
        <p:spPr>
          <a:xfrm>
            <a:off x="4854385" y="3371566"/>
            <a:ext cx="2662518" cy="8239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BDBE9C-2536-EF5D-E052-7E8446F30753}"/>
              </a:ext>
            </a:extLst>
          </p:cNvPr>
          <p:cNvSpPr txBox="1"/>
          <p:nvPr/>
        </p:nvSpPr>
        <p:spPr>
          <a:xfrm>
            <a:off x="8001000" y="138066"/>
            <a:ext cx="22994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Synthesis_log.txt</a:t>
            </a:r>
          </a:p>
          <a:p>
            <a:r>
              <a:rPr lang="en-US" dirty="0"/>
              <a:t>Synthesis succeeded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47E22-AB86-BFCC-BBFD-7632D8692884}"/>
              </a:ext>
            </a:extLst>
          </p:cNvPr>
          <p:cNvSpPr txBox="1"/>
          <p:nvPr/>
        </p:nvSpPr>
        <p:spPr>
          <a:xfrm>
            <a:off x="8001000" y="887458"/>
            <a:ext cx="3576917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Synthesis_result.txt</a:t>
            </a:r>
          </a:p>
          <a:p>
            <a:r>
              <a:rPr lang="en-US" dirty="0"/>
              <a:t>Truth Table: </a:t>
            </a:r>
          </a:p>
          <a:p>
            <a:r>
              <a:rPr lang="en-US" dirty="0"/>
              <a:t>000000000000FFFF</a:t>
            </a:r>
          </a:p>
          <a:p>
            <a:r>
              <a:rPr lang="en-US" dirty="0"/>
              <a:t>0001000100010001</a:t>
            </a:r>
          </a:p>
          <a:p>
            <a:r>
              <a:rPr lang="en-US" dirty="0"/>
              <a:t>Input number: 6</a:t>
            </a:r>
          </a:p>
          <a:p>
            <a:r>
              <a:rPr lang="en-US" dirty="0"/>
              <a:t>Inputs: </a:t>
            </a:r>
          </a:p>
          <a:p>
            <a:r>
              <a:rPr lang="en-US" dirty="0"/>
              <a:t>1 2 6</a:t>
            </a:r>
          </a:p>
          <a:p>
            <a:r>
              <a:rPr lang="en-US" dirty="0"/>
              <a:t>4 5 7</a:t>
            </a:r>
          </a:p>
          <a:p>
            <a:r>
              <a:rPr lang="en-US" dirty="0"/>
              <a:t>0 3 8</a:t>
            </a:r>
          </a:p>
          <a:p>
            <a:r>
              <a:rPr lang="en-US" dirty="0"/>
              <a:t>6 7 9</a:t>
            </a:r>
          </a:p>
          <a:p>
            <a:r>
              <a:rPr lang="en-US" dirty="0"/>
              <a:t>7 8 10</a:t>
            </a:r>
          </a:p>
          <a:p>
            <a:r>
              <a:rPr lang="en-US" dirty="0"/>
              <a:t>6 8 11</a:t>
            </a:r>
          </a:p>
          <a:p>
            <a:r>
              <a:rPr lang="en-US" dirty="0"/>
              <a:t>9 10 12</a:t>
            </a:r>
          </a:p>
          <a:p>
            <a:r>
              <a:rPr lang="en-US" dirty="0"/>
              <a:t>10 11 13</a:t>
            </a:r>
          </a:p>
          <a:p>
            <a:r>
              <a:rPr lang="en-US" dirty="0"/>
              <a:t>9 11 14</a:t>
            </a:r>
          </a:p>
          <a:p>
            <a:r>
              <a:rPr lang="en-US" dirty="0"/>
              <a:t>Operators: </a:t>
            </a:r>
          </a:p>
          <a:p>
            <a:r>
              <a:rPr lang="en-US" dirty="0"/>
              <a:t>14 14 14 8 10 14 2 10 14 </a:t>
            </a:r>
          </a:p>
          <a:p>
            <a:r>
              <a:rPr lang="en-US" dirty="0"/>
              <a:t>Outputs: 2</a:t>
            </a:r>
          </a:p>
          <a:p>
            <a:r>
              <a:rPr lang="en-US" dirty="0"/>
              <a:t>13(inv) 14(inv) 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1072768-BC6D-C724-749E-A0F676282FF9}"/>
              </a:ext>
            </a:extLst>
          </p:cNvPr>
          <p:cNvSpPr/>
          <p:nvPr/>
        </p:nvSpPr>
        <p:spPr>
          <a:xfrm rot="10800000">
            <a:off x="4854385" y="5627594"/>
            <a:ext cx="311098" cy="154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E5D289-86C5-0EEB-DD36-D8BF58415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843" y="5076928"/>
            <a:ext cx="1635497" cy="141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51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87D29-9C97-4BE3-7A03-37D6233D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A6E1F-DAD2-9F56-FE5C-0D2A30CAE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synthesizer skips synthesizing trivial functions because they don't need to be synthesized.</a:t>
            </a:r>
          </a:p>
          <a:p>
            <a:r>
              <a:rPr lang="en-US" dirty="0"/>
              <a:t>if all target functions are trivial, the synthesis_log.txt would say "All functions are trivial" and lists the index of trivial functions.</a:t>
            </a:r>
          </a:p>
          <a:p>
            <a:r>
              <a:rPr lang="en-US" dirty="0"/>
              <a:t>if some of the target functions are trivial, the synthesis_log.txt would list the index of trivial functions. In synthesis_result.txt, the output of the trivial function will be allocated a 0.</a:t>
            </a:r>
          </a:p>
        </p:txBody>
      </p:sp>
    </p:spTree>
    <p:extLst>
      <p:ext uri="{BB962C8B-B14F-4D97-AF65-F5344CB8AC3E}">
        <p14:creationId xmlns:p14="http://schemas.microsoft.com/office/powerpoint/2010/main" val="142388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2B56047-49AD-B7DA-3CE3-5D3D0951BEC3}"/>
              </a:ext>
            </a:extLst>
          </p:cNvPr>
          <p:cNvSpPr/>
          <p:nvPr/>
        </p:nvSpPr>
        <p:spPr>
          <a:xfrm>
            <a:off x="4693024" y="1116106"/>
            <a:ext cx="410135" cy="309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C717661-73E7-EB5E-08EF-192E75B5E6C1}"/>
              </a:ext>
            </a:extLst>
          </p:cNvPr>
          <p:cNvSpPr/>
          <p:nvPr/>
        </p:nvSpPr>
        <p:spPr>
          <a:xfrm>
            <a:off x="4202206" y="1835524"/>
            <a:ext cx="410135" cy="309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EF0BB5-7DA3-9377-B730-9E5EE0957E6D}"/>
              </a:ext>
            </a:extLst>
          </p:cNvPr>
          <p:cNvSpPr/>
          <p:nvPr/>
        </p:nvSpPr>
        <p:spPr>
          <a:xfrm>
            <a:off x="5264524" y="1828801"/>
            <a:ext cx="410135" cy="309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DE377D-71C0-346F-0D3C-61804ED89D3E}"/>
              </a:ext>
            </a:extLst>
          </p:cNvPr>
          <p:cNvSpPr/>
          <p:nvPr/>
        </p:nvSpPr>
        <p:spPr>
          <a:xfrm>
            <a:off x="4864474" y="2931460"/>
            <a:ext cx="410135" cy="309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B86753-8CE7-A777-CEFC-17D8ACE218B6}"/>
              </a:ext>
            </a:extLst>
          </p:cNvPr>
          <p:cNvSpPr/>
          <p:nvPr/>
        </p:nvSpPr>
        <p:spPr>
          <a:xfrm>
            <a:off x="3792071" y="2985248"/>
            <a:ext cx="410135" cy="309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793D33-C8BA-A6BA-F085-CEB9F6A67FAA}"/>
              </a:ext>
            </a:extLst>
          </p:cNvPr>
          <p:cNvSpPr/>
          <p:nvPr/>
        </p:nvSpPr>
        <p:spPr>
          <a:xfrm>
            <a:off x="6037730" y="2985248"/>
            <a:ext cx="410135" cy="309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3D9A79-B704-37B3-7A69-DC2D7384F5C6}"/>
              </a:ext>
            </a:extLst>
          </p:cNvPr>
          <p:cNvSpPr/>
          <p:nvPr/>
        </p:nvSpPr>
        <p:spPr>
          <a:xfrm>
            <a:off x="6447865" y="3832412"/>
            <a:ext cx="410135" cy="309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9D2571-7B1E-5BC3-89B3-E5BE49C5F471}"/>
              </a:ext>
            </a:extLst>
          </p:cNvPr>
          <p:cNvSpPr/>
          <p:nvPr/>
        </p:nvSpPr>
        <p:spPr>
          <a:xfrm>
            <a:off x="5334001" y="3987053"/>
            <a:ext cx="410135" cy="309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38851F-A87A-9F75-B678-7057269B8102}"/>
              </a:ext>
            </a:extLst>
          </p:cNvPr>
          <p:cNvSpPr/>
          <p:nvPr/>
        </p:nvSpPr>
        <p:spPr>
          <a:xfrm>
            <a:off x="4103596" y="3987053"/>
            <a:ext cx="410135" cy="309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AA04DB8-D956-6FCB-EDA6-66B93076DBDA}"/>
              </a:ext>
            </a:extLst>
          </p:cNvPr>
          <p:cNvSpPr/>
          <p:nvPr/>
        </p:nvSpPr>
        <p:spPr>
          <a:xfrm>
            <a:off x="3044641" y="4134972"/>
            <a:ext cx="410135" cy="309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330A690-0CF3-B4B2-52CF-7A679958682C}"/>
                  </a:ext>
                </a:extLst>
              </p14:cNvPr>
              <p14:cNvContentPartPr/>
              <p14:nvPr/>
            </p14:nvContentPartPr>
            <p14:xfrm>
              <a:off x="4859682" y="436976"/>
              <a:ext cx="28440" cy="672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330A690-0CF3-B4B2-52CF-7A67995868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51042" y="427976"/>
                <a:ext cx="46080" cy="69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C223764-3030-5167-F5D7-71C70329BC9B}"/>
                  </a:ext>
                </a:extLst>
              </p14:cNvPr>
              <p14:cNvContentPartPr/>
              <p14:nvPr/>
            </p14:nvContentPartPr>
            <p14:xfrm>
              <a:off x="5143362" y="3260456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C223764-3030-5167-F5D7-71C70329BC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34362" y="325181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11C64014-4931-C687-CDA0-11A60DE306BB}"/>
              </a:ext>
            </a:extLst>
          </p:cNvPr>
          <p:cNvGrpSpPr/>
          <p:nvPr/>
        </p:nvGrpSpPr>
        <p:grpSpPr>
          <a:xfrm>
            <a:off x="1954122" y="202256"/>
            <a:ext cx="6148440" cy="5083560"/>
            <a:chOff x="1954122" y="202256"/>
            <a:chExt cx="6148440" cy="508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CC1CE58-F141-AF1A-DD94-C8239EF2875E}"/>
                    </a:ext>
                  </a:extLst>
                </p14:cNvPr>
                <p14:cNvContentPartPr/>
                <p14:nvPr/>
              </p14:nvContentPartPr>
              <p14:xfrm>
                <a:off x="4437042" y="1445336"/>
                <a:ext cx="424080" cy="419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CC1CE58-F141-AF1A-DD94-C8239EF287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28402" y="1436336"/>
                  <a:ext cx="4417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ADEEDB9-0AA6-B96B-0B81-309FB9F0F89A}"/>
                    </a:ext>
                  </a:extLst>
                </p14:cNvPr>
                <p14:cNvContentPartPr/>
                <p14:nvPr/>
              </p14:nvContentPartPr>
              <p14:xfrm>
                <a:off x="4827282" y="1465496"/>
                <a:ext cx="386640" cy="432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ADEEDB9-0AA6-B96B-0B81-309FB9F0F8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18282" y="1456856"/>
                  <a:ext cx="4042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4A88F18-2A71-066E-BBDB-77997BF5917A}"/>
                    </a:ext>
                  </a:extLst>
                </p14:cNvPr>
                <p14:cNvContentPartPr/>
                <p14:nvPr/>
              </p14:nvContentPartPr>
              <p14:xfrm>
                <a:off x="4356402" y="2104136"/>
                <a:ext cx="595080" cy="875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4A88F18-2A71-066E-BBDB-77997BF5917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47762" y="2095136"/>
                  <a:ext cx="612720" cy="89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E98E532-B495-8D26-1D97-442D92826777}"/>
                    </a:ext>
                  </a:extLst>
                </p14:cNvPr>
                <p14:cNvContentPartPr/>
                <p14:nvPr/>
              </p14:nvContentPartPr>
              <p14:xfrm>
                <a:off x="4994322" y="2231576"/>
                <a:ext cx="330840" cy="76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E98E532-B495-8D26-1D97-442D928267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85322" y="2222936"/>
                  <a:ext cx="348480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74911B2-472F-1894-4426-DD48F34126E6}"/>
                    </a:ext>
                  </a:extLst>
                </p14:cNvPr>
                <p14:cNvContentPartPr/>
                <p14:nvPr/>
              </p14:nvContentPartPr>
              <p14:xfrm>
                <a:off x="4078842" y="2265776"/>
                <a:ext cx="271440" cy="634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74911B2-472F-1894-4426-DD48F34126E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70202" y="2256776"/>
                  <a:ext cx="28908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8CF359A-3F26-58B1-73F9-0947E078C4F1}"/>
                    </a:ext>
                  </a:extLst>
                </p14:cNvPr>
                <p14:cNvContentPartPr/>
                <p14:nvPr/>
              </p14:nvContentPartPr>
              <p14:xfrm>
                <a:off x="5627202" y="2231576"/>
                <a:ext cx="508320" cy="949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8CF359A-3F26-58B1-73F9-0947E078C4F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18562" y="2222936"/>
                  <a:ext cx="525960" cy="9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7728A8-6941-B63F-AB81-3BEB543E9F39}"/>
                    </a:ext>
                  </a:extLst>
                </p14:cNvPr>
                <p14:cNvContentPartPr/>
                <p14:nvPr/>
              </p14:nvContentPartPr>
              <p14:xfrm>
                <a:off x="3580242" y="3267296"/>
                <a:ext cx="487440" cy="612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7728A8-6941-B63F-AB81-3BEB543E9F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71602" y="3258656"/>
                  <a:ext cx="50508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989B517-8B04-C9C4-3AE7-C3D556947775}"/>
                    </a:ext>
                  </a:extLst>
                </p14:cNvPr>
                <p14:cNvContentPartPr/>
                <p14:nvPr/>
              </p14:nvContentPartPr>
              <p14:xfrm>
                <a:off x="4094322" y="3522896"/>
                <a:ext cx="347760" cy="63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989B517-8B04-C9C4-3AE7-C3D5569477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85322" y="3513896"/>
                  <a:ext cx="36540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EF4FF19-A4DE-E093-6739-33BE1449E44C}"/>
                    </a:ext>
                  </a:extLst>
                </p14:cNvPr>
                <p14:cNvContentPartPr/>
                <p14:nvPr/>
              </p14:nvContentPartPr>
              <p14:xfrm>
                <a:off x="4975242" y="3331736"/>
                <a:ext cx="482760" cy="670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EF4FF19-A4DE-E093-6739-33BE1449E4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66242" y="3323096"/>
                  <a:ext cx="500400" cy="68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6C7C7E8-AB65-8CFB-80AE-F3BF31CA5D39}"/>
                    </a:ext>
                  </a:extLst>
                </p14:cNvPr>
                <p14:cNvContentPartPr/>
                <p14:nvPr/>
              </p14:nvContentPartPr>
              <p14:xfrm>
                <a:off x="6299682" y="3240296"/>
                <a:ext cx="286920" cy="594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6C7C7E8-AB65-8CFB-80AE-F3BF31CA5D3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91042" y="3231296"/>
                  <a:ext cx="30456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306F0A-9635-54D5-80CC-0254053386FD}"/>
                    </a:ext>
                  </a:extLst>
                </p14:cNvPr>
                <p14:cNvContentPartPr/>
                <p14:nvPr/>
              </p14:nvContentPartPr>
              <p14:xfrm>
                <a:off x="2652162" y="2433896"/>
                <a:ext cx="595440" cy="1734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306F0A-9635-54D5-80CC-0254053386F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43522" y="2425256"/>
                  <a:ext cx="613080" cy="17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228F835-C331-E4F4-8686-8C5CB3F6FC53}"/>
                    </a:ext>
                  </a:extLst>
                </p14:cNvPr>
                <p14:cNvContentPartPr/>
                <p14:nvPr/>
              </p14:nvContentPartPr>
              <p14:xfrm>
                <a:off x="6806922" y="2448296"/>
                <a:ext cx="1144800" cy="1525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228F835-C331-E4F4-8686-8C5CB3F6FC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98282" y="2439656"/>
                  <a:ext cx="1162440" cy="15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0559DCC-08EF-0F7F-8160-E4F0D230FC20}"/>
                    </a:ext>
                  </a:extLst>
                </p14:cNvPr>
                <p14:cNvContentPartPr/>
                <p14:nvPr/>
              </p14:nvContentPartPr>
              <p14:xfrm>
                <a:off x="3390522" y="3838616"/>
                <a:ext cx="199800" cy="348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0559DCC-08EF-0F7F-8160-E4F0D230FC2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81882" y="3829976"/>
                  <a:ext cx="2174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8E2A2D-E59A-007F-D6EF-3B0C5F1C7314}"/>
                    </a:ext>
                  </a:extLst>
                </p14:cNvPr>
                <p14:cNvContentPartPr/>
                <p14:nvPr/>
              </p14:nvContentPartPr>
              <p14:xfrm>
                <a:off x="4047522" y="3300776"/>
                <a:ext cx="155880" cy="453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8E2A2D-E59A-007F-D6EF-3B0C5F1C731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8522" y="3292136"/>
                  <a:ext cx="17352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50D70C2-80BF-B1CE-E18D-ACE8AB4226A4}"/>
                    </a:ext>
                  </a:extLst>
                </p14:cNvPr>
                <p14:cNvContentPartPr/>
                <p14:nvPr/>
              </p14:nvContentPartPr>
              <p14:xfrm>
                <a:off x="2812002" y="4409936"/>
                <a:ext cx="327960" cy="604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50D70C2-80BF-B1CE-E18D-ACE8AB4226A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03362" y="4401296"/>
                  <a:ext cx="345600" cy="6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8CF889-C727-3F44-146D-D3DB8987980A}"/>
                    </a:ext>
                  </a:extLst>
                </p14:cNvPr>
                <p14:cNvContentPartPr/>
                <p14:nvPr/>
              </p14:nvContentPartPr>
              <p14:xfrm>
                <a:off x="1954122" y="4058936"/>
                <a:ext cx="815760" cy="990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8CF889-C727-3F44-146D-D3DB8987980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45482" y="4049936"/>
                  <a:ext cx="833400" cy="10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2168B8-A872-BD63-F74C-0E6BBC8EFF73}"/>
                    </a:ext>
                  </a:extLst>
                </p14:cNvPr>
                <p14:cNvContentPartPr/>
                <p14:nvPr/>
              </p14:nvContentPartPr>
              <p14:xfrm>
                <a:off x="2647122" y="5007896"/>
                <a:ext cx="327960" cy="277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2168B8-A872-BD63-F74C-0E6BBC8EFF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38122" y="4999256"/>
                  <a:ext cx="3456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6CDAEE4-E60F-4A5D-7CE0-F6B01CBC33BF}"/>
                    </a:ext>
                  </a:extLst>
                </p14:cNvPr>
                <p14:cNvContentPartPr/>
                <p14:nvPr/>
              </p14:nvContentPartPr>
              <p14:xfrm>
                <a:off x="2447322" y="758456"/>
                <a:ext cx="5655240" cy="4507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6CDAEE4-E60F-4A5D-7CE0-F6B01CBC33B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38322" y="749456"/>
                  <a:ext cx="5672880" cy="45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EA96492-2587-CC0A-7586-DA9AC885F328}"/>
                    </a:ext>
                  </a:extLst>
                </p14:cNvPr>
                <p14:cNvContentPartPr/>
                <p14:nvPr/>
              </p14:nvContentPartPr>
              <p14:xfrm>
                <a:off x="3498162" y="656936"/>
                <a:ext cx="845280" cy="1158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EA96492-2587-CC0A-7586-DA9AC885F32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89522" y="648296"/>
                  <a:ext cx="862920" cy="11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BD4E024-0C5F-C908-F54F-E35B549D0A17}"/>
                    </a:ext>
                  </a:extLst>
                </p14:cNvPr>
                <p14:cNvContentPartPr/>
                <p14:nvPr/>
              </p14:nvContentPartPr>
              <p14:xfrm>
                <a:off x="3074802" y="1489976"/>
                <a:ext cx="804960" cy="1441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BD4E024-0C5F-C908-F54F-E35B549D0A1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65802" y="1481336"/>
                  <a:ext cx="822600" cy="14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FF9A9ED-A803-7699-9432-CAF80A1A6901}"/>
                    </a:ext>
                  </a:extLst>
                </p14:cNvPr>
                <p14:cNvContentPartPr/>
                <p14:nvPr/>
              </p14:nvContentPartPr>
              <p14:xfrm>
                <a:off x="4880922" y="202256"/>
                <a:ext cx="14400" cy="268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FF9A9ED-A803-7699-9432-CAF80A1A690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71922" y="193256"/>
                  <a:ext cx="320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B27390A-4179-AD9C-25C7-DFFB2FFFDA33}"/>
                    </a:ext>
                  </a:extLst>
                </p14:cNvPr>
                <p14:cNvContentPartPr/>
                <p14:nvPr/>
              </p14:nvContentPartPr>
              <p14:xfrm>
                <a:off x="3399522" y="2117816"/>
                <a:ext cx="164160" cy="158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27390A-4179-AD9C-25C7-DFFB2FFFDA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90522" y="2108816"/>
                  <a:ext cx="181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FB8BED-8B33-477B-8801-9282F925C1B0}"/>
                    </a:ext>
                  </a:extLst>
                </p14:cNvPr>
                <p14:cNvContentPartPr/>
                <p14:nvPr/>
              </p14:nvContentPartPr>
              <p14:xfrm>
                <a:off x="2769882" y="3058856"/>
                <a:ext cx="276120" cy="256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FB8BED-8B33-477B-8801-9282F925C1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60882" y="3049856"/>
                  <a:ext cx="2937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23280F5-FAA4-6CE9-0A68-72A79A35B320}"/>
                    </a:ext>
                  </a:extLst>
                </p14:cNvPr>
                <p14:cNvContentPartPr/>
                <p14:nvPr/>
              </p14:nvContentPartPr>
              <p14:xfrm>
                <a:off x="7510002" y="2762936"/>
                <a:ext cx="166320" cy="640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23280F5-FAA4-6CE9-0A68-72A79A35B32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01362" y="2754296"/>
                  <a:ext cx="18396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A9DEF18-6C74-FA73-FEDD-33400B3B81B5}"/>
                    </a:ext>
                  </a:extLst>
                </p14:cNvPr>
                <p14:cNvContentPartPr/>
                <p14:nvPr/>
              </p14:nvContentPartPr>
              <p14:xfrm>
                <a:off x="4713522" y="255176"/>
                <a:ext cx="286200" cy="21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A9DEF18-6C74-FA73-FEDD-33400B3B81B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04882" y="246536"/>
                  <a:ext cx="3038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777EEF8-F60F-32C0-FCF7-DA080B32910C}"/>
                    </a:ext>
                  </a:extLst>
                </p14:cNvPr>
                <p14:cNvContentPartPr/>
                <p14:nvPr/>
              </p14:nvContentPartPr>
              <p14:xfrm>
                <a:off x="3691482" y="947096"/>
                <a:ext cx="229680" cy="284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777EEF8-F60F-32C0-FCF7-DA080B32910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82842" y="938456"/>
                  <a:ext cx="247320" cy="30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126086F-9888-6C31-51E1-842CA881D5E1}"/>
                  </a:ext>
                </a:extLst>
              </p14:cNvPr>
              <p14:cNvContentPartPr/>
              <p14:nvPr/>
            </p14:nvContentPartPr>
            <p14:xfrm>
              <a:off x="8993562" y="2437496"/>
              <a:ext cx="2545920" cy="22827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126086F-9888-6C31-51E1-842CA881D5E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984562" y="2428496"/>
                <a:ext cx="2563560" cy="230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9C0661D0-EDCB-7597-6179-37152F595C29}"/>
              </a:ext>
            </a:extLst>
          </p:cNvPr>
          <p:cNvGrpSpPr/>
          <p:nvPr/>
        </p:nvGrpSpPr>
        <p:grpSpPr>
          <a:xfrm>
            <a:off x="8673882" y="1995776"/>
            <a:ext cx="1095840" cy="1823040"/>
            <a:chOff x="8673882" y="1995776"/>
            <a:chExt cx="1095840" cy="182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E635FD6-4842-2ABC-2C81-360D2514A5C8}"/>
                    </a:ext>
                  </a:extLst>
                </p14:cNvPr>
                <p14:cNvContentPartPr/>
                <p14:nvPr/>
              </p14:nvContentPartPr>
              <p14:xfrm>
                <a:off x="9093282" y="1995776"/>
                <a:ext cx="676440" cy="801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635FD6-4842-2ABC-2C81-360D2514A5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84282" y="1987136"/>
                  <a:ext cx="694080" cy="81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A6D6DCA-BBF8-1BD2-6186-1385E6D6081D}"/>
                    </a:ext>
                  </a:extLst>
                </p14:cNvPr>
                <p14:cNvContentPartPr/>
                <p14:nvPr/>
              </p14:nvContentPartPr>
              <p14:xfrm>
                <a:off x="8673882" y="2756456"/>
                <a:ext cx="772920" cy="1062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A6D6DCA-BBF8-1BD2-6186-1385E6D6081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65242" y="2747816"/>
                  <a:ext cx="790560" cy="108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42928BD-A62A-6CCE-E307-52FA7B0AC834}"/>
                  </a:ext>
                </a:extLst>
              </p14:cNvPr>
              <p14:cNvContentPartPr/>
              <p14:nvPr/>
            </p14:nvContentPartPr>
            <p14:xfrm>
              <a:off x="10125402" y="6077816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42928BD-A62A-6CCE-E307-52FA7B0AC8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16402" y="606881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0919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24126</TotalTime>
  <Words>831</Words>
  <Application>Microsoft Office PowerPoint</Application>
  <PresentationFormat>Widescreen</PresentationFormat>
  <Paragraphs>241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Office Theme</vt:lpstr>
      <vt:lpstr>PowerPoint Presentation</vt:lpstr>
      <vt:lpstr>Primitives.txt</vt:lpstr>
      <vt:lpstr>Synthesis_Settings.txt</vt:lpstr>
      <vt:lpstr>Test 1</vt:lpstr>
      <vt:lpstr>Test 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Shang, Liuting</dc:creator>
  <cp:lastModifiedBy>Shang, Liuting</cp:lastModifiedBy>
  <cp:revision>6</cp:revision>
  <dcterms:created xsi:type="dcterms:W3CDTF">2023-11-20T08:20:45Z</dcterms:created>
  <dcterms:modified xsi:type="dcterms:W3CDTF">2024-08-17T06:13:33Z</dcterms:modified>
</cp:coreProperties>
</file>